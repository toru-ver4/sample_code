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30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u Yoshihara" userId="86ccaa3c9aeaa58c" providerId="LiveId" clId="{FD084F0E-4D31-431B-B73D-9200D3B5ACDC}"/>
    <pc:docChg chg="modSld">
      <pc:chgData name="Toru Yoshihara" userId="86ccaa3c9aeaa58c" providerId="LiveId" clId="{FD084F0E-4D31-431B-B73D-9200D3B5ACDC}" dt="2025-12-21T00:35:45.287" v="95" actId="208"/>
      <pc:docMkLst>
        <pc:docMk/>
      </pc:docMkLst>
      <pc:sldChg chg="addSp modSp mod">
        <pc:chgData name="Toru Yoshihara" userId="86ccaa3c9aeaa58c" providerId="LiveId" clId="{FD084F0E-4D31-431B-B73D-9200D3B5ACDC}" dt="2025-12-21T00:35:45.287" v="95" actId="208"/>
        <pc:sldMkLst>
          <pc:docMk/>
          <pc:sldMk cId="3873398040" sldId="257"/>
        </pc:sldMkLst>
        <pc:spChg chg="mod">
          <ac:chgData name="Toru Yoshihara" userId="86ccaa3c9aeaa58c" providerId="LiveId" clId="{FD084F0E-4D31-431B-B73D-9200D3B5ACDC}" dt="2025-12-21T00:35:41.545" v="94" actId="208"/>
          <ac:spMkLst>
            <pc:docMk/>
            <pc:sldMk cId="3873398040" sldId="257"/>
            <ac:spMk id="16" creationId="{DB1811C4-BAE5-801E-9C31-D6C8B51E150E}"/>
          </ac:spMkLst>
        </pc:spChg>
        <pc:spChg chg="add mod">
          <ac:chgData name="Toru Yoshihara" userId="86ccaa3c9aeaa58c" providerId="LiveId" clId="{FD084F0E-4D31-431B-B73D-9200D3B5ACDC}" dt="2025-12-21T00:34:26.867" v="81" actId="207"/>
          <ac:spMkLst>
            <pc:docMk/>
            <pc:sldMk cId="3873398040" sldId="257"/>
            <ac:spMk id="17" creationId="{C3C5D150-DCCA-2F5F-951A-6922C4BF2BFC}"/>
          </ac:spMkLst>
        </pc:spChg>
        <pc:spChg chg="add mod">
          <ac:chgData name="Toru Yoshihara" userId="86ccaa3c9aeaa58c" providerId="LiveId" clId="{FD084F0E-4D31-431B-B73D-9200D3B5ACDC}" dt="2025-12-21T00:35:07.543" v="85" actId="208"/>
          <ac:spMkLst>
            <pc:docMk/>
            <pc:sldMk cId="3873398040" sldId="257"/>
            <ac:spMk id="18" creationId="{2A360D8F-9FB0-5565-5312-644E69DD7289}"/>
          </ac:spMkLst>
        </pc:spChg>
        <pc:spChg chg="add mod">
          <ac:chgData name="Toru Yoshihara" userId="86ccaa3c9aeaa58c" providerId="LiveId" clId="{FD084F0E-4D31-431B-B73D-9200D3B5ACDC}" dt="2025-12-21T00:35:19.036" v="89" actId="20577"/>
          <ac:spMkLst>
            <pc:docMk/>
            <pc:sldMk cId="3873398040" sldId="257"/>
            <ac:spMk id="19" creationId="{604DE913-0AE5-DA69-0DC9-6BD014A09354}"/>
          </ac:spMkLst>
        </pc:spChg>
        <pc:spChg chg="add mod">
          <ac:chgData name="Toru Yoshihara" userId="86ccaa3c9aeaa58c" providerId="LiveId" clId="{FD084F0E-4D31-431B-B73D-9200D3B5ACDC}" dt="2025-12-21T00:35:45.287" v="95" actId="208"/>
          <ac:spMkLst>
            <pc:docMk/>
            <pc:sldMk cId="3873398040" sldId="257"/>
            <ac:spMk id="20" creationId="{F4750363-CF60-7869-37F1-5DD180A2F8B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E5EED-EA3C-3102-C364-F5D9DEB48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585CA-167A-D083-220E-8D4E723F4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92960-5284-D064-CF6A-94947BDAA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9FC-8FEE-4ECC-B5EB-6BD7984CC74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A9802-F350-1520-1884-CB28A01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FC09F-F6AE-CC46-3260-1D128A6C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A089C-24AB-451F-89FA-28877A7420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5287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46330-37C1-C391-56E3-545240B02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79D71-B0B3-C583-2659-0C054747C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42D99-F35A-C31E-D521-DCF478111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9FC-8FEE-4ECC-B5EB-6BD7984CC74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BEE7E-6F1A-68E5-5CCA-9AFA9963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2ACFA-CF8D-38BB-AB22-F338195B6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A089C-24AB-451F-89FA-28877A7420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25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90E8-B08F-DFA1-A56E-AF6EAB76F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9D0C9-C2C0-759E-9A30-2682D0B3C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DA8E2-F7C4-7523-9608-AA0124FE4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9FC-8FEE-4ECC-B5EB-6BD7984CC74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BF9DE-2EB0-E73A-4DE2-BADC84622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979CA-FFED-9B15-B8B0-FF87BDE2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A089C-24AB-451F-89FA-28877A7420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181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5338-B41E-ACFE-8CBD-9CA65736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F9F29-6B23-0383-8A53-FC78E2E30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EFA42-36FC-55B7-A854-FB1676A06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37C63-7B8C-E2AE-42C4-0B4A66B0D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9FC-8FEE-4ECC-B5EB-6BD7984CC74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1C7A3-D639-1F77-ADED-DD9A437E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7A50B-D843-5F83-04B6-8CCFF7ED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A089C-24AB-451F-89FA-28877A7420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3882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B22DC-3236-85D1-2549-D2B10BB39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0C05D-0032-CA1B-A121-68974B621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9F3950-39E6-5178-15D3-0A5986E2C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57BB3A-FD56-A99C-1183-FAE1AF240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2FAD6F-DF17-AAB8-2906-2E8033A794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59B45-38E1-6E37-1C68-0D5110B0B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9FC-8FEE-4ECC-B5EB-6BD7984CC74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930FFC-A757-F3A1-BBA6-E068E6DBD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7C5DA7-4AE0-D3A2-8119-9E681F152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A089C-24AB-451F-89FA-28877A7420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345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E03B-BD64-5512-BBBF-72DB0CA9D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98CBA8-497F-87CE-A26E-C8C843D67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9FC-8FEE-4ECC-B5EB-6BD7984CC74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12B36-F591-3007-0501-B300A1797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F5A05-BD1B-6D64-ECCA-A10D48AD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A089C-24AB-451F-89FA-28877A7420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737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8BCAA-E877-2385-F007-68B9DA886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9FC-8FEE-4ECC-B5EB-6BD7984CC74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E5FC4-1C53-AC9B-1D19-E4F243948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5DB6F-8C06-FFBC-9FEB-395C0E8F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A089C-24AB-451F-89FA-28877A7420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6707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0DA25-D938-53F4-8E16-4C05B9A02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FC971-F516-1A70-374E-479635679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AECF7-E1B6-68DE-5F10-FA99FC24D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C6EE1-39AE-5E01-0B4D-9C5B9C981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9FC-8FEE-4ECC-B5EB-6BD7984CC74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7CB61-1391-2526-B41F-9E2DF5C2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0DFB9-1E6F-1F27-7187-B4E3C1F6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A089C-24AB-451F-89FA-28877A7420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7813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7254-589F-8708-A28A-5DE1D112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F9A3E-134B-8E8A-1D06-BCDB4F5B0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55976-DCA3-AD2E-AFD4-4FADBF66A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8D347-F981-FDE9-5698-03AD71BE9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9FC-8FEE-4ECC-B5EB-6BD7984CC74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7AB0A-17F1-8EB4-7F6E-F17D1102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E0732-C9E5-AEA3-4838-B651AFEA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A089C-24AB-451F-89FA-28877A7420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020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7B624-E5A0-2F28-56AE-FD6F5BD8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B97D4-FECC-FF4D-0209-F4D6336D7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A8B71-D00B-7DA6-5BC7-15DA73B5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9FC-8FEE-4ECC-B5EB-6BD7984CC74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E814-2835-1BF3-4027-CD579120D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84C7E-9655-0FFD-37DF-F8D1BDC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A089C-24AB-451F-89FA-28877A7420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974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6EED59-8BFD-5B2A-2075-0B0623C5D9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8CA6A-8EF4-E85B-5B31-7594AAFF6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56634-FEDC-8614-A580-CC46272A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9FC-8FEE-4ECC-B5EB-6BD7984CC74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408D0-7C5E-B3DA-6D92-6487C5229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0C867-0E39-5BF4-EF22-B080615A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A089C-24AB-451F-89FA-28877A7420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19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0EE756-A2EA-89D7-B66A-5E66D82BA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B655C-F57F-64B1-1CB2-EFDD0BE4F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8BB63-409C-5248-1D50-8375C3A0A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8C9FC-8FEE-4ECC-B5EB-6BD7984CC74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A9AC5-FF10-2534-940F-4CEAC050EF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E040A-86E9-F9AC-4B2C-A0EA915ED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A089C-24AB-451F-89FA-28877A7420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04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C8C17-1E6C-6574-672C-165DBF2A7B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98847-05F9-8E0B-C2E2-BE1CAB0AE2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45988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213B14-F6BF-E4DA-A02C-5357E93F9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47" y="73145"/>
            <a:ext cx="9162306" cy="671170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47B235-CCA2-36AC-01CC-5FEEFB965803}"/>
              </a:ext>
            </a:extLst>
          </p:cNvPr>
          <p:cNvSpPr/>
          <p:nvPr/>
        </p:nvSpPr>
        <p:spPr>
          <a:xfrm>
            <a:off x="4287520" y="1022774"/>
            <a:ext cx="3616960" cy="2343574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BD94A8-068D-1139-C9F3-18B8B19B1052}"/>
              </a:ext>
            </a:extLst>
          </p:cNvPr>
          <p:cNvSpPr/>
          <p:nvPr/>
        </p:nvSpPr>
        <p:spPr>
          <a:xfrm>
            <a:off x="4287520" y="3428999"/>
            <a:ext cx="3616960" cy="580814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9F3C7E-85F4-D582-8B9B-BE3BCC6C4E81}"/>
              </a:ext>
            </a:extLst>
          </p:cNvPr>
          <p:cNvSpPr/>
          <p:nvPr/>
        </p:nvSpPr>
        <p:spPr>
          <a:xfrm>
            <a:off x="3708400" y="4092783"/>
            <a:ext cx="4196080" cy="1136230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B1811C4-BAE5-801E-9C31-D6C8B51E150E}"/>
              </a:ext>
            </a:extLst>
          </p:cNvPr>
          <p:cNvSpPr/>
          <p:nvPr/>
        </p:nvSpPr>
        <p:spPr>
          <a:xfrm>
            <a:off x="2479040" y="1016000"/>
            <a:ext cx="7233920" cy="4802293"/>
          </a:xfrm>
          <a:custGeom>
            <a:avLst/>
            <a:gdLst>
              <a:gd name="csX0" fmla="*/ 5506720 w 7233920"/>
              <a:gd name="csY0" fmla="*/ 0 h 4802293"/>
              <a:gd name="csX1" fmla="*/ 7233920 w 7233920"/>
              <a:gd name="csY1" fmla="*/ 0 h 4802293"/>
              <a:gd name="csX2" fmla="*/ 7233920 w 7233920"/>
              <a:gd name="csY2" fmla="*/ 4802293 h 4802293"/>
              <a:gd name="csX3" fmla="*/ 0 w 7233920"/>
              <a:gd name="csY3" fmla="*/ 4802293 h 4802293"/>
              <a:gd name="csX4" fmla="*/ 0 w 7233920"/>
              <a:gd name="csY4" fmla="*/ 13547 h 4802293"/>
              <a:gd name="csX5" fmla="*/ 1706880 w 7233920"/>
              <a:gd name="csY5" fmla="*/ 13547 h 4802293"/>
              <a:gd name="csX6" fmla="*/ 1706880 w 7233920"/>
              <a:gd name="csY6" fmla="*/ 2980267 h 4802293"/>
              <a:gd name="csX7" fmla="*/ 1090507 w 7233920"/>
              <a:gd name="csY7" fmla="*/ 2980267 h 4802293"/>
              <a:gd name="csX8" fmla="*/ 1090507 w 7233920"/>
              <a:gd name="csY8" fmla="*/ 4314613 h 4802293"/>
              <a:gd name="csX9" fmla="*/ 5486400 w 7233920"/>
              <a:gd name="csY9" fmla="*/ 4314613 h 4802293"/>
              <a:gd name="csX10" fmla="*/ 5506720 w 7233920"/>
              <a:gd name="csY10" fmla="*/ 0 h 4802293"/>
              <a:gd name="csX0" fmla="*/ 5537200 w 7233920"/>
              <a:gd name="csY0" fmla="*/ 7620 h 4802293"/>
              <a:gd name="csX1" fmla="*/ 7233920 w 7233920"/>
              <a:gd name="csY1" fmla="*/ 0 h 4802293"/>
              <a:gd name="csX2" fmla="*/ 7233920 w 7233920"/>
              <a:gd name="csY2" fmla="*/ 4802293 h 4802293"/>
              <a:gd name="csX3" fmla="*/ 0 w 7233920"/>
              <a:gd name="csY3" fmla="*/ 4802293 h 4802293"/>
              <a:gd name="csX4" fmla="*/ 0 w 7233920"/>
              <a:gd name="csY4" fmla="*/ 13547 h 4802293"/>
              <a:gd name="csX5" fmla="*/ 1706880 w 7233920"/>
              <a:gd name="csY5" fmla="*/ 13547 h 4802293"/>
              <a:gd name="csX6" fmla="*/ 1706880 w 7233920"/>
              <a:gd name="csY6" fmla="*/ 2980267 h 4802293"/>
              <a:gd name="csX7" fmla="*/ 1090507 w 7233920"/>
              <a:gd name="csY7" fmla="*/ 2980267 h 4802293"/>
              <a:gd name="csX8" fmla="*/ 1090507 w 7233920"/>
              <a:gd name="csY8" fmla="*/ 4314613 h 4802293"/>
              <a:gd name="csX9" fmla="*/ 5486400 w 7233920"/>
              <a:gd name="csY9" fmla="*/ 4314613 h 4802293"/>
              <a:gd name="csX10" fmla="*/ 5537200 w 7233920"/>
              <a:gd name="csY10" fmla="*/ 7620 h 4802293"/>
              <a:gd name="csX0" fmla="*/ 5537200 w 7233920"/>
              <a:gd name="csY0" fmla="*/ 7620 h 4802293"/>
              <a:gd name="csX1" fmla="*/ 7233920 w 7233920"/>
              <a:gd name="csY1" fmla="*/ 0 h 4802293"/>
              <a:gd name="csX2" fmla="*/ 7233920 w 7233920"/>
              <a:gd name="csY2" fmla="*/ 4802293 h 4802293"/>
              <a:gd name="csX3" fmla="*/ 0 w 7233920"/>
              <a:gd name="csY3" fmla="*/ 4802293 h 4802293"/>
              <a:gd name="csX4" fmla="*/ 0 w 7233920"/>
              <a:gd name="csY4" fmla="*/ 13547 h 4802293"/>
              <a:gd name="csX5" fmla="*/ 1706880 w 7233920"/>
              <a:gd name="csY5" fmla="*/ 13547 h 4802293"/>
              <a:gd name="csX6" fmla="*/ 1706880 w 7233920"/>
              <a:gd name="csY6" fmla="*/ 2980267 h 4802293"/>
              <a:gd name="csX7" fmla="*/ 1090507 w 7233920"/>
              <a:gd name="csY7" fmla="*/ 2980267 h 4802293"/>
              <a:gd name="csX8" fmla="*/ 1090507 w 7233920"/>
              <a:gd name="csY8" fmla="*/ 4314613 h 4802293"/>
              <a:gd name="csX9" fmla="*/ 5543550 w 7233920"/>
              <a:gd name="csY9" fmla="*/ 4303183 h 4802293"/>
              <a:gd name="csX10" fmla="*/ 5537200 w 7233920"/>
              <a:gd name="csY10" fmla="*/ 7620 h 4802293"/>
              <a:gd name="csX0" fmla="*/ 5537200 w 7233920"/>
              <a:gd name="csY0" fmla="*/ 7620 h 4802293"/>
              <a:gd name="csX1" fmla="*/ 7233920 w 7233920"/>
              <a:gd name="csY1" fmla="*/ 0 h 4802293"/>
              <a:gd name="csX2" fmla="*/ 7233920 w 7233920"/>
              <a:gd name="csY2" fmla="*/ 4802293 h 4802293"/>
              <a:gd name="csX3" fmla="*/ 0 w 7233920"/>
              <a:gd name="csY3" fmla="*/ 4802293 h 4802293"/>
              <a:gd name="csX4" fmla="*/ 0 w 7233920"/>
              <a:gd name="csY4" fmla="*/ 13547 h 4802293"/>
              <a:gd name="csX5" fmla="*/ 1706880 w 7233920"/>
              <a:gd name="csY5" fmla="*/ 13547 h 4802293"/>
              <a:gd name="csX6" fmla="*/ 1706880 w 7233920"/>
              <a:gd name="csY6" fmla="*/ 2980267 h 4802293"/>
              <a:gd name="csX7" fmla="*/ 1090507 w 7233920"/>
              <a:gd name="csY7" fmla="*/ 2980267 h 4802293"/>
              <a:gd name="csX8" fmla="*/ 1090507 w 7233920"/>
              <a:gd name="csY8" fmla="*/ 4314613 h 4802293"/>
              <a:gd name="csX9" fmla="*/ 5543550 w 7233920"/>
              <a:gd name="csY9" fmla="*/ 4345093 h 4802293"/>
              <a:gd name="csX10" fmla="*/ 5537200 w 7233920"/>
              <a:gd name="csY10" fmla="*/ 7620 h 4802293"/>
              <a:gd name="csX0" fmla="*/ 5537200 w 7233920"/>
              <a:gd name="csY0" fmla="*/ 7620 h 4802293"/>
              <a:gd name="csX1" fmla="*/ 7233920 w 7233920"/>
              <a:gd name="csY1" fmla="*/ 0 h 4802293"/>
              <a:gd name="csX2" fmla="*/ 7233920 w 7233920"/>
              <a:gd name="csY2" fmla="*/ 4802293 h 4802293"/>
              <a:gd name="csX3" fmla="*/ 0 w 7233920"/>
              <a:gd name="csY3" fmla="*/ 4802293 h 4802293"/>
              <a:gd name="csX4" fmla="*/ 0 w 7233920"/>
              <a:gd name="csY4" fmla="*/ 13547 h 4802293"/>
              <a:gd name="csX5" fmla="*/ 1706880 w 7233920"/>
              <a:gd name="csY5" fmla="*/ 13547 h 4802293"/>
              <a:gd name="csX6" fmla="*/ 1706880 w 7233920"/>
              <a:gd name="csY6" fmla="*/ 2980267 h 4802293"/>
              <a:gd name="csX7" fmla="*/ 1090507 w 7233920"/>
              <a:gd name="csY7" fmla="*/ 2980267 h 4802293"/>
              <a:gd name="csX8" fmla="*/ 1090507 w 7233920"/>
              <a:gd name="csY8" fmla="*/ 4352713 h 4802293"/>
              <a:gd name="csX9" fmla="*/ 5543550 w 7233920"/>
              <a:gd name="csY9" fmla="*/ 4345093 h 4802293"/>
              <a:gd name="csX10" fmla="*/ 5537200 w 7233920"/>
              <a:gd name="csY10" fmla="*/ 7620 h 4802293"/>
              <a:gd name="csX0" fmla="*/ 5537200 w 7233920"/>
              <a:gd name="csY0" fmla="*/ 7620 h 4802293"/>
              <a:gd name="csX1" fmla="*/ 7233920 w 7233920"/>
              <a:gd name="csY1" fmla="*/ 0 h 4802293"/>
              <a:gd name="csX2" fmla="*/ 7233920 w 7233920"/>
              <a:gd name="csY2" fmla="*/ 4802293 h 4802293"/>
              <a:gd name="csX3" fmla="*/ 0 w 7233920"/>
              <a:gd name="csY3" fmla="*/ 4802293 h 4802293"/>
              <a:gd name="csX4" fmla="*/ 0 w 7233920"/>
              <a:gd name="csY4" fmla="*/ 13547 h 4802293"/>
              <a:gd name="csX5" fmla="*/ 1706880 w 7233920"/>
              <a:gd name="csY5" fmla="*/ 13547 h 4802293"/>
              <a:gd name="csX6" fmla="*/ 1706880 w 7233920"/>
              <a:gd name="csY6" fmla="*/ 2980267 h 4802293"/>
              <a:gd name="csX7" fmla="*/ 1090507 w 7233920"/>
              <a:gd name="csY7" fmla="*/ 2980267 h 4802293"/>
              <a:gd name="csX8" fmla="*/ 1094317 w 7233920"/>
              <a:gd name="csY8" fmla="*/ 4326043 h 4802293"/>
              <a:gd name="csX9" fmla="*/ 5543550 w 7233920"/>
              <a:gd name="csY9" fmla="*/ 4345093 h 4802293"/>
              <a:gd name="csX10" fmla="*/ 5537200 w 7233920"/>
              <a:gd name="csY10" fmla="*/ 7620 h 4802293"/>
              <a:gd name="csX0" fmla="*/ 5537200 w 7233920"/>
              <a:gd name="csY0" fmla="*/ 7620 h 4802293"/>
              <a:gd name="csX1" fmla="*/ 7233920 w 7233920"/>
              <a:gd name="csY1" fmla="*/ 0 h 4802293"/>
              <a:gd name="csX2" fmla="*/ 7233920 w 7233920"/>
              <a:gd name="csY2" fmla="*/ 4802293 h 4802293"/>
              <a:gd name="csX3" fmla="*/ 0 w 7233920"/>
              <a:gd name="csY3" fmla="*/ 4802293 h 4802293"/>
              <a:gd name="csX4" fmla="*/ 0 w 7233920"/>
              <a:gd name="csY4" fmla="*/ 13547 h 4802293"/>
              <a:gd name="csX5" fmla="*/ 1706880 w 7233920"/>
              <a:gd name="csY5" fmla="*/ 13547 h 4802293"/>
              <a:gd name="csX6" fmla="*/ 1706880 w 7233920"/>
              <a:gd name="csY6" fmla="*/ 2980267 h 4802293"/>
              <a:gd name="csX7" fmla="*/ 1090507 w 7233920"/>
              <a:gd name="csY7" fmla="*/ 2980267 h 4802293"/>
              <a:gd name="csX8" fmla="*/ 1094317 w 7233920"/>
              <a:gd name="csY8" fmla="*/ 4326043 h 4802293"/>
              <a:gd name="csX9" fmla="*/ 5543550 w 7233920"/>
              <a:gd name="csY9" fmla="*/ 4345093 h 4802293"/>
              <a:gd name="csX10" fmla="*/ 5537200 w 7233920"/>
              <a:gd name="csY10" fmla="*/ 7620 h 4802293"/>
              <a:gd name="csX0" fmla="*/ 5537200 w 7233920"/>
              <a:gd name="csY0" fmla="*/ 7620 h 4802293"/>
              <a:gd name="csX1" fmla="*/ 7233920 w 7233920"/>
              <a:gd name="csY1" fmla="*/ 0 h 4802293"/>
              <a:gd name="csX2" fmla="*/ 7233920 w 7233920"/>
              <a:gd name="csY2" fmla="*/ 4802293 h 4802293"/>
              <a:gd name="csX3" fmla="*/ 0 w 7233920"/>
              <a:gd name="csY3" fmla="*/ 4802293 h 4802293"/>
              <a:gd name="csX4" fmla="*/ 0 w 7233920"/>
              <a:gd name="csY4" fmla="*/ 13547 h 4802293"/>
              <a:gd name="csX5" fmla="*/ 1706880 w 7233920"/>
              <a:gd name="csY5" fmla="*/ 13547 h 4802293"/>
              <a:gd name="csX6" fmla="*/ 1706880 w 7233920"/>
              <a:gd name="csY6" fmla="*/ 2980267 h 4802293"/>
              <a:gd name="csX7" fmla="*/ 1090507 w 7233920"/>
              <a:gd name="csY7" fmla="*/ 2980267 h 4802293"/>
              <a:gd name="csX8" fmla="*/ 1094317 w 7233920"/>
              <a:gd name="csY8" fmla="*/ 4326043 h 4802293"/>
              <a:gd name="csX9" fmla="*/ 5543550 w 7233920"/>
              <a:gd name="csY9" fmla="*/ 4326043 h 4802293"/>
              <a:gd name="csX10" fmla="*/ 5537200 w 7233920"/>
              <a:gd name="csY10" fmla="*/ 7620 h 4802293"/>
              <a:gd name="csX0" fmla="*/ 5537200 w 7233920"/>
              <a:gd name="csY0" fmla="*/ 7620 h 4802293"/>
              <a:gd name="csX1" fmla="*/ 7233920 w 7233920"/>
              <a:gd name="csY1" fmla="*/ 0 h 4802293"/>
              <a:gd name="csX2" fmla="*/ 7233920 w 7233920"/>
              <a:gd name="csY2" fmla="*/ 4802293 h 4802293"/>
              <a:gd name="csX3" fmla="*/ 0 w 7233920"/>
              <a:gd name="csY3" fmla="*/ 4802293 h 4802293"/>
              <a:gd name="csX4" fmla="*/ 0 w 7233920"/>
              <a:gd name="csY4" fmla="*/ 13547 h 4802293"/>
              <a:gd name="csX5" fmla="*/ 1706880 w 7233920"/>
              <a:gd name="csY5" fmla="*/ 13547 h 4802293"/>
              <a:gd name="csX6" fmla="*/ 1706880 w 7233920"/>
              <a:gd name="csY6" fmla="*/ 2980267 h 4802293"/>
              <a:gd name="csX7" fmla="*/ 1117177 w 7233920"/>
              <a:gd name="csY7" fmla="*/ 2980267 h 4802293"/>
              <a:gd name="csX8" fmla="*/ 1094317 w 7233920"/>
              <a:gd name="csY8" fmla="*/ 4326043 h 4802293"/>
              <a:gd name="csX9" fmla="*/ 5543550 w 7233920"/>
              <a:gd name="csY9" fmla="*/ 4326043 h 4802293"/>
              <a:gd name="csX10" fmla="*/ 5537200 w 7233920"/>
              <a:gd name="csY10" fmla="*/ 7620 h 4802293"/>
              <a:gd name="csX0" fmla="*/ 5537200 w 7233920"/>
              <a:gd name="csY0" fmla="*/ 7620 h 4802293"/>
              <a:gd name="csX1" fmla="*/ 7233920 w 7233920"/>
              <a:gd name="csY1" fmla="*/ 0 h 4802293"/>
              <a:gd name="csX2" fmla="*/ 7233920 w 7233920"/>
              <a:gd name="csY2" fmla="*/ 4802293 h 4802293"/>
              <a:gd name="csX3" fmla="*/ 0 w 7233920"/>
              <a:gd name="csY3" fmla="*/ 4802293 h 4802293"/>
              <a:gd name="csX4" fmla="*/ 0 w 7233920"/>
              <a:gd name="csY4" fmla="*/ 13547 h 4802293"/>
              <a:gd name="csX5" fmla="*/ 1706880 w 7233920"/>
              <a:gd name="csY5" fmla="*/ 13547 h 4802293"/>
              <a:gd name="csX6" fmla="*/ 1706880 w 7233920"/>
              <a:gd name="csY6" fmla="*/ 2980267 h 4802293"/>
              <a:gd name="csX7" fmla="*/ 1117177 w 7233920"/>
              <a:gd name="csY7" fmla="*/ 2980267 h 4802293"/>
              <a:gd name="csX8" fmla="*/ 1128607 w 7233920"/>
              <a:gd name="csY8" fmla="*/ 4322233 h 4802293"/>
              <a:gd name="csX9" fmla="*/ 5543550 w 7233920"/>
              <a:gd name="csY9" fmla="*/ 4326043 h 4802293"/>
              <a:gd name="csX10" fmla="*/ 5537200 w 7233920"/>
              <a:gd name="csY10" fmla="*/ 7620 h 4802293"/>
              <a:gd name="csX0" fmla="*/ 5537200 w 7233920"/>
              <a:gd name="csY0" fmla="*/ 7620 h 4802293"/>
              <a:gd name="csX1" fmla="*/ 7233920 w 7233920"/>
              <a:gd name="csY1" fmla="*/ 0 h 4802293"/>
              <a:gd name="csX2" fmla="*/ 7233920 w 7233920"/>
              <a:gd name="csY2" fmla="*/ 4802293 h 4802293"/>
              <a:gd name="csX3" fmla="*/ 0 w 7233920"/>
              <a:gd name="csY3" fmla="*/ 4802293 h 4802293"/>
              <a:gd name="csX4" fmla="*/ 0 w 7233920"/>
              <a:gd name="csY4" fmla="*/ 13547 h 4802293"/>
              <a:gd name="csX5" fmla="*/ 1706880 w 7233920"/>
              <a:gd name="csY5" fmla="*/ 13547 h 4802293"/>
              <a:gd name="csX6" fmla="*/ 1706880 w 7233920"/>
              <a:gd name="csY6" fmla="*/ 2980267 h 4802293"/>
              <a:gd name="csX7" fmla="*/ 1117177 w 7233920"/>
              <a:gd name="csY7" fmla="*/ 2980267 h 4802293"/>
              <a:gd name="csX8" fmla="*/ 1117177 w 7233920"/>
              <a:gd name="csY8" fmla="*/ 4318423 h 4802293"/>
              <a:gd name="csX9" fmla="*/ 5543550 w 7233920"/>
              <a:gd name="csY9" fmla="*/ 4326043 h 4802293"/>
              <a:gd name="csX10" fmla="*/ 5537200 w 7233920"/>
              <a:gd name="csY10" fmla="*/ 7620 h 48022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233920" h="4802293">
                <a:moveTo>
                  <a:pt x="5537200" y="7620"/>
                </a:moveTo>
                <a:lnTo>
                  <a:pt x="7233920" y="0"/>
                </a:lnTo>
                <a:lnTo>
                  <a:pt x="7233920" y="4802293"/>
                </a:lnTo>
                <a:lnTo>
                  <a:pt x="0" y="4802293"/>
                </a:lnTo>
                <a:lnTo>
                  <a:pt x="0" y="13547"/>
                </a:lnTo>
                <a:lnTo>
                  <a:pt x="1706880" y="13547"/>
                </a:lnTo>
                <a:lnTo>
                  <a:pt x="1706880" y="2980267"/>
                </a:lnTo>
                <a:lnTo>
                  <a:pt x="1117177" y="2980267"/>
                </a:lnTo>
                <a:lnTo>
                  <a:pt x="1117177" y="4318423"/>
                </a:lnTo>
                <a:lnTo>
                  <a:pt x="5543550" y="4326043"/>
                </a:lnTo>
                <a:cubicBezTo>
                  <a:pt x="5550323" y="2887839"/>
                  <a:pt x="5530427" y="1445824"/>
                  <a:pt x="5537200" y="7620"/>
                </a:cubicBezTo>
                <a:close/>
              </a:path>
            </a:pathLst>
          </a:cu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3C5D150-DCCA-2F5F-951A-6922C4BF2BFC}"/>
              </a:ext>
            </a:extLst>
          </p:cNvPr>
          <p:cNvSpPr/>
          <p:nvPr/>
        </p:nvSpPr>
        <p:spPr>
          <a:xfrm>
            <a:off x="5813213" y="1896864"/>
            <a:ext cx="565574" cy="565574"/>
          </a:xfrm>
          <a:prstGeom prst="ellipse">
            <a:avLst/>
          </a:prstGeom>
          <a:solidFill>
            <a:schemeClr val="bg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endParaRPr kumimoji="1" lang="ja-JP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A360D8F-9FB0-5565-5312-644E69DD7289}"/>
              </a:ext>
            </a:extLst>
          </p:cNvPr>
          <p:cNvSpPr/>
          <p:nvPr/>
        </p:nvSpPr>
        <p:spPr>
          <a:xfrm>
            <a:off x="5813213" y="3456092"/>
            <a:ext cx="565574" cy="565574"/>
          </a:xfrm>
          <a:prstGeom prst="ellipse">
            <a:avLst/>
          </a:prstGeom>
          <a:solidFill>
            <a:schemeClr val="bg1">
              <a:alpha val="50000"/>
            </a:scheme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endParaRPr kumimoji="1" lang="ja-JP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04DE913-0AE5-DA69-0DC9-6BD014A09354}"/>
              </a:ext>
            </a:extLst>
          </p:cNvPr>
          <p:cNvSpPr/>
          <p:nvPr/>
        </p:nvSpPr>
        <p:spPr>
          <a:xfrm>
            <a:off x="5523653" y="4398947"/>
            <a:ext cx="565574" cy="565574"/>
          </a:xfrm>
          <a:prstGeom prst="ellipse">
            <a:avLst/>
          </a:prstGeom>
          <a:solidFill>
            <a:schemeClr val="bg1">
              <a:alpha val="50000"/>
            </a:schemeClr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endParaRPr kumimoji="1" lang="ja-JP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750363-CF60-7869-37F1-5DD180A2F8BB}"/>
              </a:ext>
            </a:extLst>
          </p:cNvPr>
          <p:cNvSpPr/>
          <p:nvPr/>
        </p:nvSpPr>
        <p:spPr>
          <a:xfrm>
            <a:off x="8243146" y="1331290"/>
            <a:ext cx="565574" cy="565574"/>
          </a:xfrm>
          <a:prstGeom prst="ellipse">
            <a:avLst/>
          </a:prstGeom>
          <a:solidFill>
            <a:schemeClr val="bg1">
              <a:alpha val="50000"/>
            </a:schemeClr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  <a:endParaRPr kumimoji="1" lang="ja-JP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398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Toru Yoshihara</dc:creator>
  <cp:lastModifiedBy>Toru Yoshihara</cp:lastModifiedBy>
  <cp:revision>1</cp:revision>
  <dcterms:created xsi:type="dcterms:W3CDTF">2025-12-21T00:32:52Z</dcterms:created>
  <dcterms:modified xsi:type="dcterms:W3CDTF">2025-12-21T00:35:46Z</dcterms:modified>
</cp:coreProperties>
</file>