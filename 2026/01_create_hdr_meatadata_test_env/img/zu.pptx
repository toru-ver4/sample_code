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9" d="100"/>
          <a:sy n="179" d="100"/>
        </p:scale>
        <p:origin x="149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u Yoshihara" userId="86ccaa3c9aeaa58c" providerId="LiveId" clId="{FD084F0E-4D31-431B-B73D-9200D3B5ACDC}"/>
    <pc:docChg chg="undo custSel addSld delSld modSld">
      <pc:chgData name="Toru Yoshihara" userId="86ccaa3c9aeaa58c" providerId="LiveId" clId="{FD084F0E-4D31-431B-B73D-9200D3B5ACDC}" dt="2026-03-25T12:14:36.489" v="510" actId="6549"/>
      <pc:docMkLst>
        <pc:docMk/>
      </pc:docMkLst>
      <pc:sldChg chg="new del">
        <pc:chgData name="Toru Yoshihara" userId="86ccaa3c9aeaa58c" providerId="LiveId" clId="{FD084F0E-4D31-431B-B73D-9200D3B5ACDC}" dt="2026-03-25T11:43:33.491" v="3" actId="47"/>
        <pc:sldMkLst>
          <pc:docMk/>
          <pc:sldMk cId="745858324" sldId="256"/>
        </pc:sldMkLst>
      </pc:sldChg>
      <pc:sldChg chg="addSp delSp modSp new mod setBg">
        <pc:chgData name="Toru Yoshihara" userId="86ccaa3c9aeaa58c" providerId="LiveId" clId="{FD084F0E-4D31-431B-B73D-9200D3B5ACDC}" dt="2026-03-25T12:14:36.489" v="510" actId="6549"/>
        <pc:sldMkLst>
          <pc:docMk/>
          <pc:sldMk cId="2469932130" sldId="257"/>
        </pc:sldMkLst>
        <pc:spChg chg="del">
          <ac:chgData name="Toru Yoshihara" userId="86ccaa3c9aeaa58c" providerId="LiveId" clId="{FD084F0E-4D31-431B-B73D-9200D3B5ACDC}" dt="2026-03-25T11:43:31.333" v="2" actId="478"/>
          <ac:spMkLst>
            <pc:docMk/>
            <pc:sldMk cId="2469932130" sldId="257"/>
            <ac:spMk id="2" creationId="{7AE31E2F-4057-A076-91D7-3035E1E31CE7}"/>
          </ac:spMkLst>
        </pc:spChg>
        <pc:spChg chg="del">
          <ac:chgData name="Toru Yoshihara" userId="86ccaa3c9aeaa58c" providerId="LiveId" clId="{FD084F0E-4D31-431B-B73D-9200D3B5ACDC}" dt="2026-03-25T11:43:31.333" v="2" actId="478"/>
          <ac:spMkLst>
            <pc:docMk/>
            <pc:sldMk cId="2469932130" sldId="257"/>
            <ac:spMk id="3" creationId="{8F509F82-5666-3282-CADE-2E6C48369F38}"/>
          </ac:spMkLst>
        </pc:spChg>
        <pc:spChg chg="add mod">
          <ac:chgData name="Toru Yoshihara" userId="86ccaa3c9aeaa58c" providerId="LiveId" clId="{FD084F0E-4D31-431B-B73D-9200D3B5ACDC}" dt="2026-03-25T11:57:09.516" v="272" actId="1076"/>
          <ac:spMkLst>
            <pc:docMk/>
            <pc:sldMk cId="2469932130" sldId="257"/>
            <ac:spMk id="12" creationId="{C2C3E87E-A95C-2315-E467-65150B3A36A7}"/>
          </ac:spMkLst>
        </pc:spChg>
        <pc:spChg chg="add mod">
          <ac:chgData name="Toru Yoshihara" userId="86ccaa3c9aeaa58c" providerId="LiveId" clId="{FD084F0E-4D31-431B-B73D-9200D3B5ACDC}" dt="2026-03-25T11:49:06.380" v="188" actId="1076"/>
          <ac:spMkLst>
            <pc:docMk/>
            <pc:sldMk cId="2469932130" sldId="257"/>
            <ac:spMk id="13" creationId="{1EA0CAF3-6FD7-165E-8D91-F223FFFB4D43}"/>
          </ac:spMkLst>
        </pc:spChg>
        <pc:spChg chg="add mod">
          <ac:chgData name="Toru Yoshihara" userId="86ccaa3c9aeaa58c" providerId="LiveId" clId="{FD084F0E-4D31-431B-B73D-9200D3B5ACDC}" dt="2026-03-25T11:48:16.913" v="138"/>
          <ac:spMkLst>
            <pc:docMk/>
            <pc:sldMk cId="2469932130" sldId="257"/>
            <ac:spMk id="14" creationId="{CA02530E-D54F-F325-4E39-B665B85CF4A8}"/>
          </ac:spMkLst>
        </pc:spChg>
        <pc:spChg chg="add mod">
          <ac:chgData name="Toru Yoshihara" userId="86ccaa3c9aeaa58c" providerId="LiveId" clId="{FD084F0E-4D31-431B-B73D-9200D3B5ACDC}" dt="2026-03-25T11:48:18.144" v="139"/>
          <ac:spMkLst>
            <pc:docMk/>
            <pc:sldMk cId="2469932130" sldId="257"/>
            <ac:spMk id="15" creationId="{463F0EC4-FC2F-66A9-A8FC-6FCDD96A5028}"/>
          </ac:spMkLst>
        </pc:spChg>
        <pc:spChg chg="add mod">
          <ac:chgData name="Toru Yoshihara" userId="86ccaa3c9aeaa58c" providerId="LiveId" clId="{FD084F0E-4D31-431B-B73D-9200D3B5ACDC}" dt="2026-03-25T11:48:18.681" v="140"/>
          <ac:spMkLst>
            <pc:docMk/>
            <pc:sldMk cId="2469932130" sldId="257"/>
            <ac:spMk id="16" creationId="{3E64144B-555B-C019-3746-DFDEA5261188}"/>
          </ac:spMkLst>
        </pc:spChg>
        <pc:spChg chg="add mod">
          <ac:chgData name="Toru Yoshihara" userId="86ccaa3c9aeaa58c" providerId="LiveId" clId="{FD084F0E-4D31-431B-B73D-9200D3B5ACDC}" dt="2026-03-25T11:48:18.960" v="141"/>
          <ac:spMkLst>
            <pc:docMk/>
            <pc:sldMk cId="2469932130" sldId="257"/>
            <ac:spMk id="17" creationId="{9BA2A71B-C274-7C55-3366-12B21457E46D}"/>
          </ac:spMkLst>
        </pc:spChg>
        <pc:spChg chg="add mod">
          <ac:chgData name="Toru Yoshihara" userId="86ccaa3c9aeaa58c" providerId="LiveId" clId="{FD084F0E-4D31-431B-B73D-9200D3B5ACDC}" dt="2026-03-25T11:52:58.689" v="250" actId="408"/>
          <ac:spMkLst>
            <pc:docMk/>
            <pc:sldMk cId="2469932130" sldId="257"/>
            <ac:spMk id="18" creationId="{448D5B67-C322-9B92-739E-F44737C06F07}"/>
          </ac:spMkLst>
        </pc:spChg>
        <pc:spChg chg="add mod">
          <ac:chgData name="Toru Yoshihara" userId="86ccaa3c9aeaa58c" providerId="LiveId" clId="{FD084F0E-4D31-431B-B73D-9200D3B5ACDC}" dt="2026-03-25T11:48:20.089" v="143"/>
          <ac:spMkLst>
            <pc:docMk/>
            <pc:sldMk cId="2469932130" sldId="257"/>
            <ac:spMk id="19" creationId="{A4D08AD9-50CE-0E00-A62B-F5E8F91F031A}"/>
          </ac:spMkLst>
        </pc:spChg>
        <pc:spChg chg="add mod">
          <ac:chgData name="Toru Yoshihara" userId="86ccaa3c9aeaa58c" providerId="LiveId" clId="{FD084F0E-4D31-431B-B73D-9200D3B5ACDC}" dt="2026-03-25T11:52:58.689" v="250" actId="408"/>
          <ac:spMkLst>
            <pc:docMk/>
            <pc:sldMk cId="2469932130" sldId="257"/>
            <ac:spMk id="20" creationId="{5A3481C0-B8BD-7155-28BB-A411899EE27A}"/>
          </ac:spMkLst>
        </pc:spChg>
        <pc:spChg chg="add mod">
          <ac:chgData name="Toru Yoshihara" userId="86ccaa3c9aeaa58c" providerId="LiveId" clId="{FD084F0E-4D31-431B-B73D-9200D3B5ACDC}" dt="2026-03-25T11:48:21.225" v="145"/>
          <ac:spMkLst>
            <pc:docMk/>
            <pc:sldMk cId="2469932130" sldId="257"/>
            <ac:spMk id="21" creationId="{1A851B88-A6C0-5229-251B-9D988AE4AD4A}"/>
          </ac:spMkLst>
        </pc:spChg>
        <pc:spChg chg="add mod">
          <ac:chgData name="Toru Yoshihara" userId="86ccaa3c9aeaa58c" providerId="LiveId" clId="{FD084F0E-4D31-431B-B73D-9200D3B5ACDC}" dt="2026-03-25T11:48:21.469" v="146"/>
          <ac:spMkLst>
            <pc:docMk/>
            <pc:sldMk cId="2469932130" sldId="257"/>
            <ac:spMk id="22" creationId="{2ACC4264-3F68-50FC-DB92-7E69F979E578}"/>
          </ac:spMkLst>
        </pc:spChg>
        <pc:spChg chg="add mod">
          <ac:chgData name="Toru Yoshihara" userId="86ccaa3c9aeaa58c" providerId="LiveId" clId="{FD084F0E-4D31-431B-B73D-9200D3B5ACDC}" dt="2026-03-25T11:48:21.972" v="147"/>
          <ac:spMkLst>
            <pc:docMk/>
            <pc:sldMk cId="2469932130" sldId="257"/>
            <ac:spMk id="23" creationId="{A068B485-3ABF-0874-C999-61EB450BA091}"/>
          </ac:spMkLst>
        </pc:spChg>
        <pc:spChg chg="add mod">
          <ac:chgData name="Toru Yoshihara" userId="86ccaa3c9aeaa58c" providerId="LiveId" clId="{FD084F0E-4D31-431B-B73D-9200D3B5ACDC}" dt="2026-03-25T11:48:22.329" v="148"/>
          <ac:spMkLst>
            <pc:docMk/>
            <pc:sldMk cId="2469932130" sldId="257"/>
            <ac:spMk id="24" creationId="{20AF3AB0-55AE-B74B-1CE6-6167E55F6AA1}"/>
          </ac:spMkLst>
        </pc:spChg>
        <pc:spChg chg="add mod">
          <ac:chgData name="Toru Yoshihara" userId="86ccaa3c9aeaa58c" providerId="LiveId" clId="{FD084F0E-4D31-431B-B73D-9200D3B5ACDC}" dt="2026-03-25T11:48:22.537" v="149"/>
          <ac:spMkLst>
            <pc:docMk/>
            <pc:sldMk cId="2469932130" sldId="257"/>
            <ac:spMk id="25" creationId="{C91BF87F-724A-8AB3-6AE1-3B093EE1AE88}"/>
          </ac:spMkLst>
        </pc:spChg>
        <pc:spChg chg="add mod">
          <ac:chgData name="Toru Yoshihara" userId="86ccaa3c9aeaa58c" providerId="LiveId" clId="{FD084F0E-4D31-431B-B73D-9200D3B5ACDC}" dt="2026-03-25T11:48:22.713" v="150"/>
          <ac:spMkLst>
            <pc:docMk/>
            <pc:sldMk cId="2469932130" sldId="257"/>
            <ac:spMk id="26" creationId="{5D892374-A845-5673-1C82-CECB6E341F6A}"/>
          </ac:spMkLst>
        </pc:spChg>
        <pc:spChg chg="add mod">
          <ac:chgData name="Toru Yoshihara" userId="86ccaa3c9aeaa58c" providerId="LiveId" clId="{FD084F0E-4D31-431B-B73D-9200D3B5ACDC}" dt="2026-03-25T11:48:22.961" v="151"/>
          <ac:spMkLst>
            <pc:docMk/>
            <pc:sldMk cId="2469932130" sldId="257"/>
            <ac:spMk id="27" creationId="{42CA5D9E-89A6-A099-24C3-9A23C2FC1B37}"/>
          </ac:spMkLst>
        </pc:spChg>
        <pc:spChg chg="add mod">
          <ac:chgData name="Toru Yoshihara" userId="86ccaa3c9aeaa58c" providerId="LiveId" clId="{FD084F0E-4D31-431B-B73D-9200D3B5ACDC}" dt="2026-03-25T11:50:17.110" v="213" actId="408"/>
          <ac:spMkLst>
            <pc:docMk/>
            <pc:sldMk cId="2469932130" sldId="257"/>
            <ac:spMk id="28" creationId="{155E921C-EB70-0FD1-A445-BAA4CC91C903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29" creationId="{D4EF5720-A566-B986-43E5-86A64DDD8F10}"/>
          </ac:spMkLst>
        </pc:spChg>
        <pc:spChg chg="add mod">
          <ac:chgData name="Toru Yoshihara" userId="86ccaa3c9aeaa58c" providerId="LiveId" clId="{FD084F0E-4D31-431B-B73D-9200D3B5ACDC}" dt="2026-03-25T11:48:23.616" v="154"/>
          <ac:spMkLst>
            <pc:docMk/>
            <pc:sldMk cId="2469932130" sldId="257"/>
            <ac:spMk id="30" creationId="{2F8A325F-96D8-69E0-AB4E-ECD6D0816030}"/>
          </ac:spMkLst>
        </pc:spChg>
        <pc:spChg chg="add mod">
          <ac:chgData name="Toru Yoshihara" userId="86ccaa3c9aeaa58c" providerId="LiveId" clId="{FD084F0E-4D31-431B-B73D-9200D3B5ACDC}" dt="2026-03-25T11:48:23.849" v="155"/>
          <ac:spMkLst>
            <pc:docMk/>
            <pc:sldMk cId="2469932130" sldId="257"/>
            <ac:spMk id="31" creationId="{E269614D-8C04-A6C2-6DA5-9C64A6FCD7E7}"/>
          </ac:spMkLst>
        </pc:spChg>
        <pc:spChg chg="add mod">
          <ac:chgData name="Toru Yoshihara" userId="86ccaa3c9aeaa58c" providerId="LiveId" clId="{FD084F0E-4D31-431B-B73D-9200D3B5ACDC}" dt="2026-03-25T11:48:24.077" v="156"/>
          <ac:spMkLst>
            <pc:docMk/>
            <pc:sldMk cId="2469932130" sldId="257"/>
            <ac:spMk id="32" creationId="{EA128517-F96C-8F06-3563-B442A2C66A08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33" creationId="{39CB8192-D513-D6FF-97DC-08D6D4ED37B7}"/>
          </ac:spMkLst>
        </pc:spChg>
        <pc:spChg chg="add mod">
          <ac:chgData name="Toru Yoshihara" userId="86ccaa3c9aeaa58c" providerId="LiveId" clId="{FD084F0E-4D31-431B-B73D-9200D3B5ACDC}" dt="2026-03-25T11:48:24.969" v="158"/>
          <ac:spMkLst>
            <pc:docMk/>
            <pc:sldMk cId="2469932130" sldId="257"/>
            <ac:spMk id="34" creationId="{616C4027-EFF0-1ABF-650B-3FF2937563DD}"/>
          </ac:spMkLst>
        </pc:spChg>
        <pc:spChg chg="add mod">
          <ac:chgData name="Toru Yoshihara" userId="86ccaa3c9aeaa58c" providerId="LiveId" clId="{FD084F0E-4D31-431B-B73D-9200D3B5ACDC}" dt="2026-03-25T11:50:17.110" v="213" actId="408"/>
          <ac:spMkLst>
            <pc:docMk/>
            <pc:sldMk cId="2469932130" sldId="257"/>
            <ac:spMk id="35" creationId="{C4D9DA2B-B6B9-DFFB-2787-B7FC53DDE00D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36" creationId="{9F9852F4-3B11-DAF1-ADD6-CAB4A3DD54E7}"/>
          </ac:spMkLst>
        </pc:spChg>
        <pc:spChg chg="add mod">
          <ac:chgData name="Toru Yoshihara" userId="86ccaa3c9aeaa58c" providerId="LiveId" clId="{FD084F0E-4D31-431B-B73D-9200D3B5ACDC}" dt="2026-03-25T11:48:25.718" v="161"/>
          <ac:spMkLst>
            <pc:docMk/>
            <pc:sldMk cId="2469932130" sldId="257"/>
            <ac:spMk id="37" creationId="{22D8DD39-2331-E0FB-101D-FB1E2431D37E}"/>
          </ac:spMkLst>
        </pc:spChg>
        <pc:spChg chg="add mod">
          <ac:chgData name="Toru Yoshihara" userId="86ccaa3c9aeaa58c" providerId="LiveId" clId="{FD084F0E-4D31-431B-B73D-9200D3B5ACDC}" dt="2026-03-25T11:48:25.920" v="162"/>
          <ac:spMkLst>
            <pc:docMk/>
            <pc:sldMk cId="2469932130" sldId="257"/>
            <ac:spMk id="38" creationId="{CDEEC701-6CBE-2E96-4FCB-4CDC62F88A04}"/>
          </ac:spMkLst>
        </pc:spChg>
        <pc:spChg chg="add mod">
          <ac:chgData name="Toru Yoshihara" userId="86ccaa3c9aeaa58c" providerId="LiveId" clId="{FD084F0E-4D31-431B-B73D-9200D3B5ACDC}" dt="2026-03-25T11:49:06.380" v="188" actId="1076"/>
          <ac:spMkLst>
            <pc:docMk/>
            <pc:sldMk cId="2469932130" sldId="257"/>
            <ac:spMk id="39" creationId="{CEB7D3F9-D0F0-FF33-0791-946B44649771}"/>
          </ac:spMkLst>
        </pc:spChg>
        <pc:spChg chg="add mod">
          <ac:chgData name="Toru Yoshihara" userId="86ccaa3c9aeaa58c" providerId="LiveId" clId="{FD084F0E-4D31-431B-B73D-9200D3B5ACDC}" dt="2026-03-25T11:48:26.332" v="164"/>
          <ac:spMkLst>
            <pc:docMk/>
            <pc:sldMk cId="2469932130" sldId="257"/>
            <ac:spMk id="40" creationId="{CD9ACB14-4222-7E1A-43F1-302E243A95EA}"/>
          </ac:spMkLst>
        </pc:spChg>
        <pc:spChg chg="add mod">
          <ac:chgData name="Toru Yoshihara" userId="86ccaa3c9aeaa58c" providerId="LiveId" clId="{FD084F0E-4D31-431B-B73D-9200D3B5ACDC}" dt="2026-03-25T11:50:17.110" v="213" actId="408"/>
          <ac:spMkLst>
            <pc:docMk/>
            <pc:sldMk cId="2469932130" sldId="257"/>
            <ac:spMk id="41" creationId="{A308A0F8-12D0-F767-F6AF-E8467EC16E19}"/>
          </ac:spMkLst>
        </pc:spChg>
        <pc:spChg chg="add mod">
          <ac:chgData name="Toru Yoshihara" userId="86ccaa3c9aeaa58c" providerId="LiveId" clId="{FD084F0E-4D31-431B-B73D-9200D3B5ACDC}" dt="2026-03-25T11:50:17.110" v="213" actId="408"/>
          <ac:spMkLst>
            <pc:docMk/>
            <pc:sldMk cId="2469932130" sldId="257"/>
            <ac:spMk id="42" creationId="{76F5A627-E5E8-F973-E7C1-55C0B00F1BCA}"/>
          </ac:spMkLst>
        </pc:spChg>
        <pc:spChg chg="add mod">
          <ac:chgData name="Toru Yoshihara" userId="86ccaa3c9aeaa58c" providerId="LiveId" clId="{FD084F0E-4D31-431B-B73D-9200D3B5ACDC}" dt="2026-03-25T11:52:58.689" v="250" actId="408"/>
          <ac:spMkLst>
            <pc:docMk/>
            <pc:sldMk cId="2469932130" sldId="257"/>
            <ac:spMk id="43" creationId="{F5056C5C-6F35-5091-4A25-6CB152CC6B35}"/>
          </ac:spMkLst>
        </pc:spChg>
        <pc:spChg chg="add mod">
          <ac:chgData name="Toru Yoshihara" userId="86ccaa3c9aeaa58c" providerId="LiveId" clId="{FD084F0E-4D31-431B-B73D-9200D3B5ACDC}" dt="2026-03-25T11:48:28.060" v="168"/>
          <ac:spMkLst>
            <pc:docMk/>
            <pc:sldMk cId="2469932130" sldId="257"/>
            <ac:spMk id="44" creationId="{30579F55-65C4-83CD-A531-F43D51B5DE3E}"/>
          </ac:spMkLst>
        </pc:spChg>
        <pc:spChg chg="add mod">
          <ac:chgData name="Toru Yoshihara" userId="86ccaa3c9aeaa58c" providerId="LiveId" clId="{FD084F0E-4D31-431B-B73D-9200D3B5ACDC}" dt="2026-03-25T11:48:28.289" v="169"/>
          <ac:spMkLst>
            <pc:docMk/>
            <pc:sldMk cId="2469932130" sldId="257"/>
            <ac:spMk id="45" creationId="{DAFC5AEF-1D2B-DE2A-AA75-A5A1A5A958EA}"/>
          </ac:spMkLst>
        </pc:spChg>
        <pc:spChg chg="add mod">
          <ac:chgData name="Toru Yoshihara" userId="86ccaa3c9aeaa58c" providerId="LiveId" clId="{FD084F0E-4D31-431B-B73D-9200D3B5ACDC}" dt="2026-03-25T11:48:28.512" v="170"/>
          <ac:spMkLst>
            <pc:docMk/>
            <pc:sldMk cId="2469932130" sldId="257"/>
            <ac:spMk id="46" creationId="{66665D15-B97A-A4B9-C66B-A094ED64008E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47" creationId="{03B3843D-7B42-B95E-6CC4-6B41022EC39B}"/>
          </ac:spMkLst>
        </pc:spChg>
        <pc:spChg chg="add mod">
          <ac:chgData name="Toru Yoshihara" userId="86ccaa3c9aeaa58c" providerId="LiveId" clId="{FD084F0E-4D31-431B-B73D-9200D3B5ACDC}" dt="2026-03-25T11:48:28.901" v="172"/>
          <ac:spMkLst>
            <pc:docMk/>
            <pc:sldMk cId="2469932130" sldId="257"/>
            <ac:spMk id="48" creationId="{27DCCC58-D554-9367-FC9A-9A8B1EBDA110}"/>
          </ac:spMkLst>
        </pc:spChg>
        <pc:spChg chg="add mod">
          <ac:chgData name="Toru Yoshihara" userId="86ccaa3c9aeaa58c" providerId="LiveId" clId="{FD084F0E-4D31-431B-B73D-9200D3B5ACDC}" dt="2026-03-25T11:48:29.109" v="173"/>
          <ac:spMkLst>
            <pc:docMk/>
            <pc:sldMk cId="2469932130" sldId="257"/>
            <ac:spMk id="49" creationId="{AAE83727-D547-EAAF-666F-97C6A39F6A1A}"/>
          </ac:spMkLst>
        </pc:spChg>
        <pc:spChg chg="add mod">
          <ac:chgData name="Toru Yoshihara" userId="86ccaa3c9aeaa58c" providerId="LiveId" clId="{FD084F0E-4D31-431B-B73D-9200D3B5ACDC}" dt="2026-03-25T11:48:29.321" v="174"/>
          <ac:spMkLst>
            <pc:docMk/>
            <pc:sldMk cId="2469932130" sldId="257"/>
            <ac:spMk id="50" creationId="{FECCC9B6-465B-C065-879A-F4C636347061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51" creationId="{E72008CA-263B-460C-759C-636C66E08C44}"/>
          </ac:spMkLst>
        </pc:spChg>
        <pc:spChg chg="add mod">
          <ac:chgData name="Toru Yoshihara" userId="86ccaa3c9aeaa58c" providerId="LiveId" clId="{FD084F0E-4D31-431B-B73D-9200D3B5ACDC}" dt="2026-03-25T11:52:58.689" v="250" actId="408"/>
          <ac:spMkLst>
            <pc:docMk/>
            <pc:sldMk cId="2469932130" sldId="257"/>
            <ac:spMk id="52" creationId="{C2CCB42E-130B-77A1-3B79-1E2ACDB0A7DF}"/>
          </ac:spMkLst>
        </pc:spChg>
        <pc:spChg chg="add mod">
          <ac:chgData name="Toru Yoshihara" userId="86ccaa3c9aeaa58c" providerId="LiveId" clId="{FD084F0E-4D31-431B-B73D-9200D3B5ACDC}" dt="2026-03-25T11:48:30.112" v="177"/>
          <ac:spMkLst>
            <pc:docMk/>
            <pc:sldMk cId="2469932130" sldId="257"/>
            <ac:spMk id="53" creationId="{BA606D62-247B-A8DC-382A-F6E275B41D7A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54" creationId="{5F6880ED-127B-BBCA-A033-EA9F12833568}"/>
          </ac:spMkLst>
        </pc:spChg>
        <pc:spChg chg="add mod">
          <ac:chgData name="Toru Yoshihara" userId="86ccaa3c9aeaa58c" providerId="LiveId" clId="{FD084F0E-4D31-431B-B73D-9200D3B5ACDC}" dt="2026-03-25T11:48:30.624" v="179"/>
          <ac:spMkLst>
            <pc:docMk/>
            <pc:sldMk cId="2469932130" sldId="257"/>
            <ac:spMk id="55" creationId="{3777945C-83A5-D965-8687-8C82393016AC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56" creationId="{12B17B31-C167-E9A5-36D2-BF8589AAD3DD}"/>
          </ac:spMkLst>
        </pc:spChg>
        <pc:spChg chg="add mod">
          <ac:chgData name="Toru Yoshihara" userId="86ccaa3c9aeaa58c" providerId="LiveId" clId="{FD084F0E-4D31-431B-B73D-9200D3B5ACDC}" dt="2026-03-25T11:50:17.110" v="213" actId="408"/>
          <ac:spMkLst>
            <pc:docMk/>
            <pc:sldMk cId="2469932130" sldId="257"/>
            <ac:spMk id="57" creationId="{281C9D0E-933F-1573-0D17-C8A35A5A2F1C}"/>
          </ac:spMkLst>
        </pc:spChg>
        <pc:spChg chg="add mod">
          <ac:chgData name="Toru Yoshihara" userId="86ccaa3c9aeaa58c" providerId="LiveId" clId="{FD084F0E-4D31-431B-B73D-9200D3B5ACDC}" dt="2026-03-25T11:48:31.209" v="182"/>
          <ac:spMkLst>
            <pc:docMk/>
            <pc:sldMk cId="2469932130" sldId="257"/>
            <ac:spMk id="58" creationId="{F2A7A1CA-8F5F-10F5-C9AD-C9BAFC72B265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59" creationId="{933A0E43-5391-6453-8303-5DA709F798BD}"/>
          </ac:spMkLst>
        </pc:spChg>
        <pc:spChg chg="add mod">
          <ac:chgData name="Toru Yoshihara" userId="86ccaa3c9aeaa58c" providerId="LiveId" clId="{FD084F0E-4D31-431B-B73D-9200D3B5ACDC}" dt="2026-03-25T11:50:17.110" v="213" actId="408"/>
          <ac:spMkLst>
            <pc:docMk/>
            <pc:sldMk cId="2469932130" sldId="257"/>
            <ac:spMk id="60" creationId="{184E40EF-9956-4BB7-2F56-E426A3680D23}"/>
          </ac:spMkLst>
        </pc:spChg>
        <pc:spChg chg="add mod">
          <ac:chgData name="Toru Yoshihara" userId="86ccaa3c9aeaa58c" providerId="LiveId" clId="{FD084F0E-4D31-431B-B73D-9200D3B5ACDC}" dt="2026-03-25T11:52:58.689" v="250" actId="408"/>
          <ac:spMkLst>
            <pc:docMk/>
            <pc:sldMk cId="2469932130" sldId="257"/>
            <ac:spMk id="61" creationId="{2FC878D9-56E8-F89D-F170-5B8E24DF0C42}"/>
          </ac:spMkLst>
        </pc:spChg>
        <pc:spChg chg="add mod">
          <ac:chgData name="Toru Yoshihara" userId="86ccaa3c9aeaa58c" providerId="LiveId" clId="{FD084F0E-4D31-431B-B73D-9200D3B5ACDC}" dt="2026-03-25T11:50:17.110" v="213" actId="408"/>
          <ac:spMkLst>
            <pc:docMk/>
            <pc:sldMk cId="2469932130" sldId="257"/>
            <ac:spMk id="62" creationId="{B8B8D3DD-CFEB-E65F-CAF1-AA7625B3C87D}"/>
          </ac:spMkLst>
        </pc:spChg>
        <pc:spChg chg="add mod">
          <ac:chgData name="Toru Yoshihara" userId="86ccaa3c9aeaa58c" providerId="LiveId" clId="{FD084F0E-4D31-431B-B73D-9200D3B5ACDC}" dt="2026-03-25T11:49:22.541" v="189"/>
          <ac:spMkLst>
            <pc:docMk/>
            <pc:sldMk cId="2469932130" sldId="257"/>
            <ac:spMk id="63" creationId="{E9B94585-1F9B-2218-A939-C6426BA11247}"/>
          </ac:spMkLst>
        </pc:spChg>
        <pc:spChg chg="add mod">
          <ac:chgData name="Toru Yoshihara" userId="86ccaa3c9aeaa58c" providerId="LiveId" clId="{FD084F0E-4D31-431B-B73D-9200D3B5ACDC}" dt="2026-03-25T11:49:23.833" v="190"/>
          <ac:spMkLst>
            <pc:docMk/>
            <pc:sldMk cId="2469932130" sldId="257"/>
            <ac:spMk id="64" creationId="{59F6F5FE-A2CB-6367-AB05-485F13BE93CB}"/>
          </ac:spMkLst>
        </pc:spChg>
        <pc:spChg chg="add mod">
          <ac:chgData name="Toru Yoshihara" userId="86ccaa3c9aeaa58c" providerId="LiveId" clId="{FD084F0E-4D31-431B-B73D-9200D3B5ACDC}" dt="2026-03-25T11:50:17.110" v="213" actId="408"/>
          <ac:spMkLst>
            <pc:docMk/>
            <pc:sldMk cId="2469932130" sldId="257"/>
            <ac:spMk id="65" creationId="{EAA8414B-B060-05A7-9007-EF19EDB9CCED}"/>
          </ac:spMkLst>
        </pc:spChg>
        <pc:spChg chg="add mod">
          <ac:chgData name="Toru Yoshihara" userId="86ccaa3c9aeaa58c" providerId="LiveId" clId="{FD084F0E-4D31-431B-B73D-9200D3B5ACDC}" dt="2026-03-25T11:49:25.059" v="192"/>
          <ac:spMkLst>
            <pc:docMk/>
            <pc:sldMk cId="2469932130" sldId="257"/>
            <ac:spMk id="66" creationId="{B9747FC8-C309-FB20-4C9A-83ED17B15CD0}"/>
          </ac:spMkLst>
        </pc:spChg>
        <pc:spChg chg="add mod">
          <ac:chgData name="Toru Yoshihara" userId="86ccaa3c9aeaa58c" providerId="LiveId" clId="{FD084F0E-4D31-431B-B73D-9200D3B5ACDC}" dt="2026-03-25T11:52:58.689" v="250" actId="408"/>
          <ac:spMkLst>
            <pc:docMk/>
            <pc:sldMk cId="2469932130" sldId="257"/>
            <ac:spMk id="67" creationId="{F2506799-A767-34C9-EF66-444764D57C47}"/>
          </ac:spMkLst>
        </pc:spChg>
        <pc:spChg chg="add mod">
          <ac:chgData name="Toru Yoshihara" userId="86ccaa3c9aeaa58c" providerId="LiveId" clId="{FD084F0E-4D31-431B-B73D-9200D3B5ACDC}" dt="2026-03-25T11:49:44.989" v="207" actId="1076"/>
          <ac:spMkLst>
            <pc:docMk/>
            <pc:sldMk cId="2469932130" sldId="257"/>
            <ac:spMk id="68" creationId="{41816623-44B1-C33C-B0DC-5B2E772E91D9}"/>
          </ac:spMkLst>
        </pc:spChg>
        <pc:spChg chg="add mod">
          <ac:chgData name="Toru Yoshihara" userId="86ccaa3c9aeaa58c" providerId="LiveId" clId="{FD084F0E-4D31-431B-B73D-9200D3B5ACDC}" dt="2026-03-25T11:52:58.689" v="250" actId="408"/>
          <ac:spMkLst>
            <pc:docMk/>
            <pc:sldMk cId="2469932130" sldId="257"/>
            <ac:spMk id="69" creationId="{6068D8A7-D10D-F530-E8C8-CF7C94E2CF89}"/>
          </ac:spMkLst>
        </pc:spChg>
        <pc:spChg chg="add mod">
          <ac:chgData name="Toru Yoshihara" userId="86ccaa3c9aeaa58c" providerId="LiveId" clId="{FD084F0E-4D31-431B-B73D-9200D3B5ACDC}" dt="2026-03-25T11:49:25.998" v="196"/>
          <ac:spMkLst>
            <pc:docMk/>
            <pc:sldMk cId="2469932130" sldId="257"/>
            <ac:spMk id="70" creationId="{2758E1DF-F8E3-1F0D-3652-C90BFF974F12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71" creationId="{BB8EAB7A-0642-9B24-C3A3-887EB8AFF3BA}"/>
          </ac:spMkLst>
        </pc:spChg>
        <pc:spChg chg="add mod">
          <ac:chgData name="Toru Yoshihara" userId="86ccaa3c9aeaa58c" providerId="LiveId" clId="{FD084F0E-4D31-431B-B73D-9200D3B5ACDC}" dt="2026-03-25T11:49:44.989" v="207" actId="1076"/>
          <ac:spMkLst>
            <pc:docMk/>
            <pc:sldMk cId="2469932130" sldId="257"/>
            <ac:spMk id="72" creationId="{52DA6A51-1993-A793-1C38-CE4AF91783CA}"/>
          </ac:spMkLst>
        </pc:spChg>
        <pc:spChg chg="add mod">
          <ac:chgData name="Toru Yoshihara" userId="86ccaa3c9aeaa58c" providerId="LiveId" clId="{FD084F0E-4D31-431B-B73D-9200D3B5ACDC}" dt="2026-03-25T11:49:44.989" v="207" actId="1076"/>
          <ac:spMkLst>
            <pc:docMk/>
            <pc:sldMk cId="2469932130" sldId="257"/>
            <ac:spMk id="73" creationId="{EC585698-3951-7DA8-E4BA-A006FBAE86A6}"/>
          </ac:spMkLst>
        </pc:spChg>
        <pc:spChg chg="add mod">
          <ac:chgData name="Toru Yoshihara" userId="86ccaa3c9aeaa58c" providerId="LiveId" clId="{FD084F0E-4D31-431B-B73D-9200D3B5ACDC}" dt="2026-03-25T11:52:58.689" v="250" actId="408"/>
          <ac:spMkLst>
            <pc:docMk/>
            <pc:sldMk cId="2469932130" sldId="257"/>
            <ac:spMk id="74" creationId="{FAFFAEBF-EE46-7164-56A7-EE22A95B92D8}"/>
          </ac:spMkLst>
        </pc:spChg>
        <pc:spChg chg="add mod topLvl">
          <ac:chgData name="Toru Yoshihara" userId="86ccaa3c9aeaa58c" providerId="LiveId" clId="{FD084F0E-4D31-431B-B73D-9200D3B5ACDC}" dt="2026-03-25T11:57:40.958" v="276" actId="164"/>
          <ac:spMkLst>
            <pc:docMk/>
            <pc:sldMk cId="2469932130" sldId="257"/>
            <ac:spMk id="75" creationId="{2805F08F-E68D-7B7B-FA56-1DA91C067D72}"/>
          </ac:spMkLst>
        </pc:spChg>
        <pc:spChg chg="add del mod">
          <ac:chgData name="Toru Yoshihara" userId="86ccaa3c9aeaa58c" providerId="LiveId" clId="{FD084F0E-4D31-431B-B73D-9200D3B5ACDC}" dt="2026-03-25T11:57:04.070" v="271" actId="1076"/>
          <ac:spMkLst>
            <pc:docMk/>
            <pc:sldMk cId="2469932130" sldId="257"/>
            <ac:spMk id="76" creationId="{D45CB5B1-AA0E-0EAF-081D-973A3AA65F7E}"/>
          </ac:spMkLst>
        </pc:spChg>
        <pc:spChg chg="add del mod">
          <ac:chgData name="Toru Yoshihara" userId="86ccaa3c9aeaa58c" providerId="LiveId" clId="{FD084F0E-4D31-431B-B73D-9200D3B5ACDC}" dt="2026-03-25T11:51:58.184" v="239" actId="478"/>
          <ac:spMkLst>
            <pc:docMk/>
            <pc:sldMk cId="2469932130" sldId="257"/>
            <ac:spMk id="77" creationId="{E5A94306-2A68-3960-40B4-79B302C8E725}"/>
          </ac:spMkLst>
        </pc:spChg>
        <pc:spChg chg="add del mod">
          <ac:chgData name="Toru Yoshihara" userId="86ccaa3c9aeaa58c" providerId="LiveId" clId="{FD084F0E-4D31-431B-B73D-9200D3B5ACDC}" dt="2026-03-25T11:52:22.917" v="242" actId="478"/>
          <ac:spMkLst>
            <pc:docMk/>
            <pc:sldMk cId="2469932130" sldId="257"/>
            <ac:spMk id="78" creationId="{E025E411-A17B-D9FB-BFF1-1A85B259A468}"/>
          </ac:spMkLst>
        </pc:spChg>
        <pc:spChg chg="add del mod">
          <ac:chgData name="Toru Yoshihara" userId="86ccaa3c9aeaa58c" providerId="LiveId" clId="{FD084F0E-4D31-431B-B73D-9200D3B5ACDC}" dt="2026-03-25T11:51:58.184" v="239" actId="478"/>
          <ac:spMkLst>
            <pc:docMk/>
            <pc:sldMk cId="2469932130" sldId="257"/>
            <ac:spMk id="79" creationId="{D63ECD9F-5339-F01B-177C-DE5CECB82E5D}"/>
          </ac:spMkLst>
        </pc:spChg>
        <pc:spChg chg="add del mod">
          <ac:chgData name="Toru Yoshihara" userId="86ccaa3c9aeaa58c" providerId="LiveId" clId="{FD084F0E-4D31-431B-B73D-9200D3B5ACDC}" dt="2026-03-25T11:53:02.688" v="253" actId="478"/>
          <ac:spMkLst>
            <pc:docMk/>
            <pc:sldMk cId="2469932130" sldId="257"/>
            <ac:spMk id="80" creationId="{23FE8F70-7F1B-DA4F-0096-EF65C272E80D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89" creationId="{83FBF1B6-EB5E-D243-D1D6-3A2A59051EE2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93" creationId="{651D0F67-F56A-9ADA-9A91-B70E590623F1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100" creationId="{35A9F7B8-AD08-D203-3F43-A4BE03FFCA95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104" creationId="{5DDC4625-E7EF-B668-CBC4-D4D493955A80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111" creationId="{F0720077-B9DC-FE45-84B6-709D2A73C12D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116" creationId="{53EABF07-FB84-8607-424E-2685A707AC8C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117" creationId="{9B3765A1-50C0-70C4-C594-3797B85FE8AA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127" creationId="{5E335D65-B596-0C7F-9FC3-D07C0346CF20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132" creationId="{D7C9DAB4-CED3-D021-7AA1-E2F7392D5DAB}"/>
          </ac:spMkLst>
        </pc:spChg>
        <pc:spChg chg="mod">
          <ac:chgData name="Toru Yoshihara" userId="86ccaa3c9aeaa58c" providerId="LiveId" clId="{FD084F0E-4D31-431B-B73D-9200D3B5ACDC}" dt="2026-03-25T11:54:04.740" v="260" actId="571"/>
          <ac:spMkLst>
            <pc:docMk/>
            <pc:sldMk cId="2469932130" sldId="257"/>
            <ac:spMk id="143" creationId="{2BCA47F2-B7FA-4393-56E0-63FC52BD84E0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157" creationId="{7E759A6A-857F-4980-F10F-580A1DF3AAD3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185" creationId="{BF948A43-4352-2EF9-9EC8-3D1010FA561D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186" creationId="{864E2CAF-74A1-AF25-2768-442F4B9DD24E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189" creationId="{B5179F13-1D72-1589-0670-CECE0D1F6479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190" creationId="{813595A8-9FE4-52C5-FFE9-F49F305C1DB0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201" creationId="{046F21F6-6DDC-5467-4272-A3FBFE48DFB3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203" creationId="{C609F0FA-79CC-99A3-2A21-3080C8DA034F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207" creationId="{828C02C2-7950-0827-0B7F-73A0E7AF2D23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208" creationId="{E7EE156D-318D-BF62-1C2F-D618DEF84B03}"/>
          </ac:spMkLst>
        </pc:spChg>
        <pc:spChg chg="mod">
          <ac:chgData name="Toru Yoshihara" userId="86ccaa3c9aeaa58c" providerId="LiveId" clId="{FD084F0E-4D31-431B-B73D-9200D3B5ACDC}" dt="2026-03-25T11:54:06.488" v="261" actId="571"/>
          <ac:spMkLst>
            <pc:docMk/>
            <pc:sldMk cId="2469932130" sldId="257"/>
            <ac:spMk id="209" creationId="{72C96352-8D44-0C02-681F-AF0DAB6305E9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18" creationId="{833F8398-E85B-D019-7B36-CABCF9631A0A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30" creationId="{B0679777-6F35-80BF-B0D5-CC7CE792A336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35" creationId="{00ACF8C8-EE36-0409-F50D-C08ED5A44B38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50" creationId="{F86AF2C3-D95B-0F4C-2655-6206AC8329CE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51" creationId="{101C4C92-8516-8BAD-AE9F-8437C6A3532F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53" creationId="{52A3696B-203A-9FF4-CCE1-CCCB48C12BA9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55" creationId="{DDA07884-07B3-7139-A11A-B0DC5983A888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67" creationId="{0083A61B-037D-0C07-4D8A-7CDF91166BFE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71" creationId="{4FB274DC-5BB4-5AF9-6A19-1919A9D378C3}"/>
          </ac:spMkLst>
        </pc:spChg>
        <pc:spChg chg="mod">
          <ac:chgData name="Toru Yoshihara" userId="86ccaa3c9aeaa58c" providerId="LiveId" clId="{FD084F0E-4D31-431B-B73D-9200D3B5ACDC}" dt="2026-03-25T11:54:07.899" v="262" actId="571"/>
          <ac:spMkLst>
            <pc:docMk/>
            <pc:sldMk cId="2469932130" sldId="257"/>
            <ac:spMk id="275" creationId="{FABB086A-B6FB-A929-1F78-405EBEB0E61E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296" creationId="{204C969F-58C7-87D4-23A4-E4A8DA1CBD32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297" creationId="{1E39D662-5C66-B395-2DC7-A66E3D572FFF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301" creationId="{954B8338-8C8C-40AB-83AF-82DF1D1BF3B2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307" creationId="{3EC552C4-21A1-E471-6FF2-056C80E96446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314" creationId="{EC199E42-4D5F-A0BA-CA3A-94A1D5B7D9DF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322" creationId="{FFE41DBE-9A03-0FF8-855F-DC976AD92385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328" creationId="{BAE854F3-EBE1-92A2-E85E-11B23E436161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341" creationId="{3FE96846-4465-9212-E364-CDD45C002A2D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342" creationId="{7DDA8526-9C73-211E-5A17-8DFD60FF449F}"/>
          </ac:spMkLst>
        </pc:spChg>
        <pc:spChg chg="mod">
          <ac:chgData name="Toru Yoshihara" userId="86ccaa3c9aeaa58c" providerId="LiveId" clId="{FD084F0E-4D31-431B-B73D-9200D3B5ACDC}" dt="2026-03-25T11:54:08.949" v="263" actId="571"/>
          <ac:spMkLst>
            <pc:docMk/>
            <pc:sldMk cId="2469932130" sldId="257"/>
            <ac:spMk id="343" creationId="{DD3EE61C-1945-6F12-CC60-E02DC7762FDC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355" creationId="{5B78B250-DCA8-BC01-29DF-A9586F5CA199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357" creationId="{C1E8AAB0-7364-334C-3345-D37808A47EDF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362" creationId="{1C44E870-512C-CA05-5FCC-6043C73DD440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370" creationId="{5B423324-4874-C155-43C3-9E06E0F24907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373" creationId="{BAFD2EE0-D42F-BD34-B21F-A400ECFDDE43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379" creationId="{6016FEA0-96B0-555D-2E2D-AB15EED80D42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382" creationId="{F378D7CE-105E-B48B-CD75-199AD12E7E92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399" creationId="{A78FC7FD-E2F2-8728-3FE7-198C898504D3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403" creationId="{225FA247-80E0-85A1-D307-6E7C341DDE6D}"/>
          </ac:spMkLst>
        </pc:spChg>
        <pc:spChg chg="mod">
          <ac:chgData name="Toru Yoshihara" userId="86ccaa3c9aeaa58c" providerId="LiveId" clId="{FD084F0E-4D31-431B-B73D-9200D3B5ACDC}" dt="2026-03-25T11:54:10.052" v="264" actId="571"/>
          <ac:spMkLst>
            <pc:docMk/>
            <pc:sldMk cId="2469932130" sldId="257"/>
            <ac:spMk id="410" creationId="{518623C5-74D9-1146-4C1C-CE45F7DE9477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32" creationId="{4F7EC348-38FC-E6F2-67B1-BC741DBEE97B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33" creationId="{8AD69A68-F178-FAED-4683-B90886A56881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48" creationId="{F270A5D1-6B7E-E197-5CC2-1A3E5155459E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50" creationId="{836C379F-E22A-64FF-8D89-D0D6662EAD6D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52" creationId="{370A3A27-A996-FD48-1A2F-7853F3CADA14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57" creationId="{E23F3DD1-C3FD-8892-F966-37A6F3AAE35E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59" creationId="{B9667E8E-F010-60CB-D9F0-578060B5FBEB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60" creationId="{F00A9AF2-6D84-2A25-E047-E67683464A52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71" creationId="{4DA9FC4E-BCD3-A9A6-2924-381CB183C425}"/>
          </ac:spMkLst>
        </pc:spChg>
        <pc:spChg chg="mod">
          <ac:chgData name="Toru Yoshihara" userId="86ccaa3c9aeaa58c" providerId="LiveId" clId="{FD084F0E-4D31-431B-B73D-9200D3B5ACDC}" dt="2026-03-25T11:54:13.801" v="265" actId="571"/>
          <ac:spMkLst>
            <pc:docMk/>
            <pc:sldMk cId="2469932130" sldId="257"/>
            <ac:spMk id="476" creationId="{3DC58BBF-B5AD-7CFC-E206-2517FE5B9F76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02" creationId="{7340D2AC-5C50-8001-5A82-06582F11D6FB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03" creationId="{6365BFC9-5A88-8C76-4FC0-E68F94FC25F6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04" creationId="{871A615F-FF8C-01F1-DAEA-FF2A00FE164C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06" creationId="{514C2A56-1585-2AEE-D46A-D447E9E39BE0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13" creationId="{3DCE4E47-BDCF-DCED-7423-D8552CA8BA8A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23" creationId="{287F0403-9C8E-90A6-F8B2-E10953579D05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29" creationId="{3E66478B-CD09-2DA4-6068-5FF5E3FAF717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30" creationId="{E81D3A43-5F6E-147C-892B-99E3C8C85456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38" creationId="{87F15745-7CD1-9C1F-118E-ACDEADA2388A}"/>
          </ac:spMkLst>
        </pc:spChg>
        <pc:spChg chg="mod">
          <ac:chgData name="Toru Yoshihara" userId="86ccaa3c9aeaa58c" providerId="LiveId" clId="{FD084F0E-4D31-431B-B73D-9200D3B5ACDC}" dt="2026-03-25T11:57:48.781" v="277" actId="571"/>
          <ac:spMkLst>
            <pc:docMk/>
            <pc:sldMk cId="2469932130" sldId="257"/>
            <ac:spMk id="546" creationId="{1CBBE737-AA4D-8A87-545A-8A0E5CE02336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558" creationId="{622BDC93-6B43-0DEA-E4CD-1D85BD8575FF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563" creationId="{CD802FC9-6754-DCD8-BC36-862518262E35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575" creationId="{03D7BF4C-65B1-CE51-6772-C145BB1E4B17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576" creationId="{4ADC131B-BF54-F674-76DF-9BA034E678B4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582" creationId="{D7735003-C414-8758-621C-AF0E8EFCB57C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588" creationId="{E16B4D3E-4B48-C134-AC7A-5171DDCCFA54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589" creationId="{215CC196-D1CC-6D37-7053-7763603387CD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590" creationId="{A2AC2EA5-AFB2-E420-0E89-0E148392F6D4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610" creationId="{1B6EA986-82B0-515B-8654-7EDAFA816EF7}"/>
          </ac:spMkLst>
        </pc:spChg>
        <pc:spChg chg="mod">
          <ac:chgData name="Toru Yoshihara" userId="86ccaa3c9aeaa58c" providerId="LiveId" clId="{FD084F0E-4D31-431B-B73D-9200D3B5ACDC}" dt="2026-03-25T11:57:51.151" v="278" actId="571"/>
          <ac:spMkLst>
            <pc:docMk/>
            <pc:sldMk cId="2469932130" sldId="257"/>
            <ac:spMk id="612" creationId="{F622675D-24E0-AE65-D9D9-F1A220CFFA77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26" creationId="{8B10EF61-93EB-234D-E421-1D11C8320FC3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31" creationId="{F02E7F09-6D29-BA55-4C6A-91398D80841D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39" creationId="{93464029-4B73-35B9-9047-29C664A66E52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40" creationId="{2E8B59F2-669E-30A5-B4B4-D402211583C3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46" creationId="{67110BB9-9239-10C0-CAC7-4B8B224AF243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66" creationId="{97628159-D8DE-C535-8033-E04CCC2DB7EE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72" creationId="{7C9436CC-0DBB-EFB6-FB73-C432C77ECBB3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75" creationId="{0758B499-23E4-BDCD-745F-FEF32AE0DC43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79" creationId="{33800E23-E72A-1CFD-3266-038058110745}"/>
          </ac:spMkLst>
        </pc:spChg>
        <pc:spChg chg="mod">
          <ac:chgData name="Toru Yoshihara" userId="86ccaa3c9aeaa58c" providerId="LiveId" clId="{FD084F0E-4D31-431B-B73D-9200D3B5ACDC}" dt="2026-03-25T11:57:52.503" v="279" actId="571"/>
          <ac:spMkLst>
            <pc:docMk/>
            <pc:sldMk cId="2469932130" sldId="257"/>
            <ac:spMk id="681" creationId="{CAE3F3ED-2D1B-FFBB-5143-45B07864BC90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03" creationId="{2CBC3258-886D-316B-3226-618C12D2945C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04" creationId="{37F57AF0-2239-9EEB-8641-2BD54490CD27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06" creationId="{4E3C85F4-A8B4-366F-AD3E-FDBE32C26842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12" creationId="{516D4DE1-5DD4-8694-604C-4562C5E2B7DF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16" creationId="{4FCA59FE-301A-3268-9AD2-2B9B95D1A4F7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27" creationId="{C6AC5FEF-CA38-542E-10E8-DDDB744F2986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28" creationId="{1CB7252C-36FE-75B0-E170-D203A2C09987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37" creationId="{A3130C5A-BBD0-AB21-A6CE-8182EC3DE1D0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50" creationId="{1B879338-9A1C-B76C-6DD2-0EF211E16DE7}"/>
          </ac:spMkLst>
        </pc:spChg>
        <pc:spChg chg="mod">
          <ac:chgData name="Toru Yoshihara" userId="86ccaa3c9aeaa58c" providerId="LiveId" clId="{FD084F0E-4D31-431B-B73D-9200D3B5ACDC}" dt="2026-03-25T11:57:53.695" v="280" actId="571"/>
          <ac:spMkLst>
            <pc:docMk/>
            <pc:sldMk cId="2469932130" sldId="257"/>
            <ac:spMk id="751" creationId="{A2972EEE-C8BB-E677-36E2-FC9905FBD145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756" creationId="{534007D9-5549-9346-71C3-8D97BBA4160B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759" creationId="{2D3F1837-F826-C25C-4925-67AD8083546A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760" creationId="{ADB03B17-6983-9F6A-8BAF-03C42CC6F4A3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763" creationId="{94AD768E-25BB-325A-5F50-F15FD9BEC9D3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780" creationId="{1B61BD86-55B5-CC9B-D56B-36ED4F68D0C9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787" creationId="{E7545DC4-7578-8BBC-4445-E8547C3AD616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805" creationId="{70D45C22-2192-741E-B0C0-D9863F80647A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810" creationId="{EA1E8633-2AFD-DA32-CF78-DDE854E2619F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811" creationId="{7C0AA074-9205-3F37-4F21-90CCD33FB905}"/>
          </ac:spMkLst>
        </pc:spChg>
        <pc:spChg chg="mod">
          <ac:chgData name="Toru Yoshihara" userId="86ccaa3c9aeaa58c" providerId="LiveId" clId="{FD084F0E-4D31-431B-B73D-9200D3B5ACDC}" dt="2026-03-25T11:57:54.722" v="281" actId="571"/>
          <ac:spMkLst>
            <pc:docMk/>
            <pc:sldMk cId="2469932130" sldId="257"/>
            <ac:spMk id="815" creationId="{5D5102A9-6EB1-71AD-4B2C-A33957D023E0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22" creationId="{4114E0AD-4E52-39A4-616B-1F816905244E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26" creationId="{9CCBBC48-CB4D-1562-CB53-5494A8004E40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31" creationId="{605EDFCD-B915-D397-48BF-88CE15903D3F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39" creationId="{1DBDF72B-3A08-C61D-DA30-5E1A01EA2F6B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47" creationId="{C49D409A-F985-37EA-26F6-D5F0C1F8C0EB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60" creationId="{686003BC-6862-8DA7-1D59-BA8A612CBA7D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64" creationId="{549C322E-438A-E3F5-082E-CBA2A7025ECF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68" creationId="{E98D679B-449A-B765-ED43-74CBC5611B0B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76" creationId="{8C872F8A-03D2-6490-8221-3A2EC19ECBB0}"/>
          </ac:spMkLst>
        </pc:spChg>
        <pc:spChg chg="mod">
          <ac:chgData name="Toru Yoshihara" userId="86ccaa3c9aeaa58c" providerId="LiveId" clId="{FD084F0E-4D31-431B-B73D-9200D3B5ACDC}" dt="2026-03-25T11:57:57.850" v="282" actId="571"/>
          <ac:spMkLst>
            <pc:docMk/>
            <pc:sldMk cId="2469932130" sldId="257"/>
            <ac:spMk id="879" creationId="{E6C17848-799D-9F92-DE57-9F99869059C0}"/>
          </ac:spMkLst>
        </pc:spChg>
        <pc:spChg chg="de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889" creationId="{2381F3E7-5CD5-D2BC-9A0F-84DECC08DF6D}"/>
          </ac:spMkLst>
        </pc:spChg>
        <pc:spChg chg="de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890" creationId="{B17ED0F3-A9A8-5097-CC67-98DAE114F865}"/>
          </ac:spMkLst>
        </pc:spChg>
        <pc:spChg chg="del mod topLv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892" creationId="{16FF3E2B-BE40-6894-89FD-824EE5FA7316}"/>
          </ac:spMkLst>
        </pc:spChg>
        <pc:spChg chg="de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893" creationId="{F25BBC5F-2EA4-FFBD-8BA6-1BC27C0BC9EC}"/>
          </ac:spMkLst>
        </pc:spChg>
        <pc:spChg chg="del mod topLv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894" creationId="{6DE40705-D308-E66F-4D34-B077F7BC3D67}"/>
          </ac:spMkLst>
        </pc:spChg>
        <pc:spChg chg="de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895" creationId="{576EEEF0-8DE1-6F2C-4C89-18D76D0056E4}"/>
          </ac:spMkLst>
        </pc:spChg>
        <pc:spChg chg="del mod topLv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896" creationId="{2F8D0725-8D87-8128-CEA8-3A28E99CCC1D}"/>
          </ac:spMkLst>
        </pc:spChg>
        <pc:spChg chg="de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900" creationId="{62157AE7-E1C6-7CB1-6A3F-1D36933DA681}"/>
          </ac:spMkLst>
        </pc:spChg>
        <pc:spChg chg="de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901" creationId="{0F685705-24EA-159A-4D56-02EAD53A8B4D}"/>
          </ac:spMkLst>
        </pc:spChg>
        <pc:spChg chg="mod topLvl">
          <ac:chgData name="Toru Yoshihara" userId="86ccaa3c9aeaa58c" providerId="LiveId" clId="{FD084F0E-4D31-431B-B73D-9200D3B5ACDC}" dt="2026-03-25T12:06:45.824" v="365" actId="165"/>
          <ac:spMkLst>
            <pc:docMk/>
            <pc:sldMk cId="2469932130" sldId="257"/>
            <ac:spMk id="903" creationId="{DE177B1A-9CB4-6B1D-82E9-A2718C45040A}"/>
          </ac:spMkLst>
        </pc:spChg>
        <pc:spChg chg="del">
          <ac:chgData name="Toru Yoshihara" userId="86ccaa3c9aeaa58c" providerId="LiveId" clId="{FD084F0E-4D31-431B-B73D-9200D3B5ACDC}" dt="2026-03-25T12:08:04.442" v="432" actId="478"/>
          <ac:spMkLst>
            <pc:docMk/>
            <pc:sldMk cId="2469932130" sldId="257"/>
            <ac:spMk id="904" creationId="{2927F84B-71B9-A6ED-37E3-DBB4AB9CFDAB}"/>
          </ac:spMkLst>
        </pc:spChg>
        <pc:spChg chg="del mod topLv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06" creationId="{19E111CC-4534-6BE8-4FE6-E78A3CAF9C96}"/>
          </ac:spMkLst>
        </pc:spChg>
        <pc:spChg chg="del mod topLv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17" creationId="{9DEF6832-0385-5ABA-BA29-90A56DFAB8B8}"/>
          </ac:spMkLst>
        </pc:spChg>
        <pc:spChg chg="del mod topLv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18" creationId="{0E39BBCB-6A3F-CDA2-4C12-4387B06F4AA7}"/>
          </ac:spMkLst>
        </pc:spChg>
        <pc:spChg chg="de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24" creationId="{12BEF2BA-6D47-986D-54CB-BD8B935CB8FE}"/>
          </ac:spMkLst>
        </pc:spChg>
        <pc:spChg chg="del mod topLv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26" creationId="{2BA3130A-F0AE-C77B-0617-64669821D52C}"/>
          </ac:spMkLst>
        </pc:spChg>
        <pc:spChg chg="de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32" creationId="{714843DA-09E1-EF89-365A-09E35491BE50}"/>
          </ac:spMkLst>
        </pc:spChg>
        <pc:spChg chg="de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33" creationId="{B810B18E-A79A-EBF3-45A9-98FE9E87A13D}"/>
          </ac:spMkLst>
        </pc:spChg>
        <pc:spChg chg="del mod topLv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47" creationId="{0F79E413-D6FD-D0C1-44EB-2FB568303A6D}"/>
          </ac:spMkLst>
        </pc:spChg>
        <pc:spChg chg="del mod topLv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49" creationId="{6E6DAAD5-DE56-F612-C83E-1E5FEEF7AB47}"/>
          </ac:spMkLst>
        </pc:spChg>
        <pc:spChg chg="del">
          <ac:chgData name="Toru Yoshihara" userId="86ccaa3c9aeaa58c" providerId="LiveId" clId="{FD084F0E-4D31-431B-B73D-9200D3B5ACDC}" dt="2026-03-25T12:07:11.131" v="412" actId="478"/>
          <ac:spMkLst>
            <pc:docMk/>
            <pc:sldMk cId="2469932130" sldId="257"/>
            <ac:spMk id="952" creationId="{DF54CD83-3339-99E4-A0A7-6B9B96A35EAF}"/>
          </ac:spMkLst>
        </pc:spChg>
        <pc:spChg chg="mod">
          <ac:chgData name="Toru Yoshihara" userId="86ccaa3c9aeaa58c" providerId="LiveId" clId="{FD084F0E-4D31-431B-B73D-9200D3B5ACDC}" dt="2026-03-25T12:08:49.704" v="436" actId="164"/>
          <ac:spMkLst>
            <pc:docMk/>
            <pc:sldMk cId="2469932130" sldId="257"/>
            <ac:spMk id="953" creationId="{A4E865D5-C784-9FCC-C65F-65E5C292FB28}"/>
          </ac:spMkLst>
        </pc:spChg>
        <pc:spChg chg="add mod">
          <ac:chgData name="Toru Yoshihara" userId="86ccaa3c9aeaa58c" providerId="LiveId" clId="{FD084F0E-4D31-431B-B73D-9200D3B5ACDC}" dt="2026-03-25T12:08:49.704" v="436" actId="164"/>
          <ac:spMkLst>
            <pc:docMk/>
            <pc:sldMk cId="2469932130" sldId="257"/>
            <ac:spMk id="954" creationId="{DFF0646A-248C-1A1B-B37C-2A126F2FC446}"/>
          </ac:spMkLst>
        </pc:spChg>
        <pc:spChg chg="add mod">
          <ac:chgData name="Toru Yoshihara" userId="86ccaa3c9aeaa58c" providerId="LiveId" clId="{FD084F0E-4D31-431B-B73D-9200D3B5ACDC}" dt="2026-03-25T12:08:49.704" v="436" actId="164"/>
          <ac:spMkLst>
            <pc:docMk/>
            <pc:sldMk cId="2469932130" sldId="257"/>
            <ac:spMk id="955" creationId="{E9E7BE24-13C2-87EA-0FF3-F5F428300F59}"/>
          </ac:spMkLst>
        </pc:spChg>
        <pc:spChg chg="add mod">
          <ac:chgData name="Toru Yoshihara" userId="86ccaa3c9aeaa58c" providerId="LiveId" clId="{FD084F0E-4D31-431B-B73D-9200D3B5ACDC}" dt="2026-03-25T12:08:49.704" v="436" actId="164"/>
          <ac:spMkLst>
            <pc:docMk/>
            <pc:sldMk cId="2469932130" sldId="257"/>
            <ac:spMk id="956" creationId="{216BCC1A-123D-AA35-BB25-FBC7165E83E7}"/>
          </ac:spMkLst>
        </pc:spChg>
        <pc:spChg chg="add mod">
          <ac:chgData name="Toru Yoshihara" userId="86ccaa3c9aeaa58c" providerId="LiveId" clId="{FD084F0E-4D31-431B-B73D-9200D3B5ACDC}" dt="2026-03-25T12:08:49.704" v="436" actId="164"/>
          <ac:spMkLst>
            <pc:docMk/>
            <pc:sldMk cId="2469932130" sldId="257"/>
            <ac:spMk id="957" creationId="{20C506C4-1202-33BF-9309-D4D041326359}"/>
          </ac:spMkLst>
        </pc:spChg>
        <pc:spChg chg="add mod">
          <ac:chgData name="Toru Yoshihara" userId="86ccaa3c9aeaa58c" providerId="LiveId" clId="{FD084F0E-4D31-431B-B73D-9200D3B5ACDC}" dt="2026-03-25T12:08:49.704" v="436" actId="164"/>
          <ac:spMkLst>
            <pc:docMk/>
            <pc:sldMk cId="2469932130" sldId="257"/>
            <ac:spMk id="958" creationId="{8A72F33F-EAFF-28C3-153B-FC21933F3BCE}"/>
          </ac:spMkLst>
        </pc:spChg>
        <pc:spChg chg="mod">
          <ac:chgData name="Toru Yoshihara" userId="86ccaa3c9aeaa58c" providerId="LiveId" clId="{FD084F0E-4D31-431B-B73D-9200D3B5ACDC}" dt="2026-03-25T12:08:51.811" v="437" actId="571"/>
          <ac:spMkLst>
            <pc:docMk/>
            <pc:sldMk cId="2469932130" sldId="257"/>
            <ac:spMk id="964" creationId="{6C731992-2A0D-2186-F3D3-1A733581A10B}"/>
          </ac:spMkLst>
        </pc:spChg>
        <pc:spChg chg="mod">
          <ac:chgData name="Toru Yoshihara" userId="86ccaa3c9aeaa58c" providerId="LiveId" clId="{FD084F0E-4D31-431B-B73D-9200D3B5ACDC}" dt="2026-03-25T12:08:51.811" v="437" actId="571"/>
          <ac:spMkLst>
            <pc:docMk/>
            <pc:sldMk cId="2469932130" sldId="257"/>
            <ac:spMk id="965" creationId="{D4D04532-CE49-CB9A-589F-00EA44A1D6FB}"/>
          </ac:spMkLst>
        </pc:spChg>
        <pc:spChg chg="mod">
          <ac:chgData name="Toru Yoshihara" userId="86ccaa3c9aeaa58c" providerId="LiveId" clId="{FD084F0E-4D31-431B-B73D-9200D3B5ACDC}" dt="2026-03-25T12:08:51.811" v="437" actId="571"/>
          <ac:spMkLst>
            <pc:docMk/>
            <pc:sldMk cId="2469932130" sldId="257"/>
            <ac:spMk id="966" creationId="{E8B0ABEE-515A-A9AD-4C8E-65AE9C222EF4}"/>
          </ac:spMkLst>
        </pc:spChg>
        <pc:spChg chg="mod">
          <ac:chgData name="Toru Yoshihara" userId="86ccaa3c9aeaa58c" providerId="LiveId" clId="{FD084F0E-4D31-431B-B73D-9200D3B5ACDC}" dt="2026-03-25T12:08:51.811" v="437" actId="571"/>
          <ac:spMkLst>
            <pc:docMk/>
            <pc:sldMk cId="2469932130" sldId="257"/>
            <ac:spMk id="967" creationId="{D19CED69-9A03-0AFC-11ED-5874B00E0217}"/>
          </ac:spMkLst>
        </pc:spChg>
        <pc:spChg chg="mod">
          <ac:chgData name="Toru Yoshihara" userId="86ccaa3c9aeaa58c" providerId="LiveId" clId="{FD084F0E-4D31-431B-B73D-9200D3B5ACDC}" dt="2026-03-25T12:08:51.811" v="437" actId="571"/>
          <ac:spMkLst>
            <pc:docMk/>
            <pc:sldMk cId="2469932130" sldId="257"/>
            <ac:spMk id="968" creationId="{6B9F7A7C-3A5C-DC55-73A7-EE18404484B5}"/>
          </ac:spMkLst>
        </pc:spChg>
        <pc:spChg chg="mod">
          <ac:chgData name="Toru Yoshihara" userId="86ccaa3c9aeaa58c" providerId="LiveId" clId="{FD084F0E-4D31-431B-B73D-9200D3B5ACDC}" dt="2026-03-25T12:08:51.811" v="437" actId="571"/>
          <ac:spMkLst>
            <pc:docMk/>
            <pc:sldMk cId="2469932130" sldId="257"/>
            <ac:spMk id="969" creationId="{ECC28EE5-18C1-F99F-BD11-61CAF7649B84}"/>
          </ac:spMkLst>
        </pc:spChg>
        <pc:spChg chg="mod">
          <ac:chgData name="Toru Yoshihara" userId="86ccaa3c9aeaa58c" providerId="LiveId" clId="{FD084F0E-4D31-431B-B73D-9200D3B5ACDC}" dt="2026-03-25T12:08:52.869" v="438" actId="571"/>
          <ac:spMkLst>
            <pc:docMk/>
            <pc:sldMk cId="2469932130" sldId="257"/>
            <ac:spMk id="972" creationId="{D8F22B26-7878-A68C-FBC0-4B92AFC9D10E}"/>
          </ac:spMkLst>
        </pc:spChg>
        <pc:spChg chg="mod">
          <ac:chgData name="Toru Yoshihara" userId="86ccaa3c9aeaa58c" providerId="LiveId" clId="{FD084F0E-4D31-431B-B73D-9200D3B5ACDC}" dt="2026-03-25T12:08:52.869" v="438" actId="571"/>
          <ac:spMkLst>
            <pc:docMk/>
            <pc:sldMk cId="2469932130" sldId="257"/>
            <ac:spMk id="973" creationId="{599B0C63-5AEE-9DB3-55E1-EBD2D82983DD}"/>
          </ac:spMkLst>
        </pc:spChg>
        <pc:spChg chg="mod">
          <ac:chgData name="Toru Yoshihara" userId="86ccaa3c9aeaa58c" providerId="LiveId" clId="{FD084F0E-4D31-431B-B73D-9200D3B5ACDC}" dt="2026-03-25T12:08:52.869" v="438" actId="571"/>
          <ac:spMkLst>
            <pc:docMk/>
            <pc:sldMk cId="2469932130" sldId="257"/>
            <ac:spMk id="974" creationId="{D14C8538-7B6B-B365-2796-5C0CC3396E9F}"/>
          </ac:spMkLst>
        </pc:spChg>
        <pc:spChg chg="mod">
          <ac:chgData name="Toru Yoshihara" userId="86ccaa3c9aeaa58c" providerId="LiveId" clId="{FD084F0E-4D31-431B-B73D-9200D3B5ACDC}" dt="2026-03-25T12:08:52.869" v="438" actId="571"/>
          <ac:spMkLst>
            <pc:docMk/>
            <pc:sldMk cId="2469932130" sldId="257"/>
            <ac:spMk id="975" creationId="{D84700F3-CF7F-E9B3-A603-8536A7513FE8}"/>
          </ac:spMkLst>
        </pc:spChg>
        <pc:spChg chg="mod">
          <ac:chgData name="Toru Yoshihara" userId="86ccaa3c9aeaa58c" providerId="LiveId" clId="{FD084F0E-4D31-431B-B73D-9200D3B5ACDC}" dt="2026-03-25T12:08:52.869" v="438" actId="571"/>
          <ac:spMkLst>
            <pc:docMk/>
            <pc:sldMk cId="2469932130" sldId="257"/>
            <ac:spMk id="976" creationId="{C9D401B4-ED2F-7DD3-CEDB-AFDF36DC059D}"/>
          </ac:spMkLst>
        </pc:spChg>
        <pc:spChg chg="mod">
          <ac:chgData name="Toru Yoshihara" userId="86ccaa3c9aeaa58c" providerId="LiveId" clId="{FD084F0E-4D31-431B-B73D-9200D3B5ACDC}" dt="2026-03-25T12:08:52.869" v="438" actId="571"/>
          <ac:spMkLst>
            <pc:docMk/>
            <pc:sldMk cId="2469932130" sldId="257"/>
            <ac:spMk id="977" creationId="{DC79F3D2-F051-6429-927E-5636C71DE8E4}"/>
          </ac:spMkLst>
        </pc:spChg>
        <pc:spChg chg="mod">
          <ac:chgData name="Toru Yoshihara" userId="86ccaa3c9aeaa58c" providerId="LiveId" clId="{FD084F0E-4D31-431B-B73D-9200D3B5ACDC}" dt="2026-03-25T12:08:55.563" v="439" actId="571"/>
          <ac:spMkLst>
            <pc:docMk/>
            <pc:sldMk cId="2469932130" sldId="257"/>
            <ac:spMk id="980" creationId="{1C74471B-49EC-07E6-97E0-560DC13AEAF6}"/>
          </ac:spMkLst>
        </pc:spChg>
        <pc:spChg chg="mod">
          <ac:chgData name="Toru Yoshihara" userId="86ccaa3c9aeaa58c" providerId="LiveId" clId="{FD084F0E-4D31-431B-B73D-9200D3B5ACDC}" dt="2026-03-25T12:08:55.563" v="439" actId="571"/>
          <ac:spMkLst>
            <pc:docMk/>
            <pc:sldMk cId="2469932130" sldId="257"/>
            <ac:spMk id="981" creationId="{9A2F297C-5663-4EA6-32A4-030807C08A15}"/>
          </ac:spMkLst>
        </pc:spChg>
        <pc:spChg chg="mod">
          <ac:chgData name="Toru Yoshihara" userId="86ccaa3c9aeaa58c" providerId="LiveId" clId="{FD084F0E-4D31-431B-B73D-9200D3B5ACDC}" dt="2026-03-25T12:08:55.563" v="439" actId="571"/>
          <ac:spMkLst>
            <pc:docMk/>
            <pc:sldMk cId="2469932130" sldId="257"/>
            <ac:spMk id="982" creationId="{3AC771E5-9E86-2457-B851-F8CEA8E98F90}"/>
          </ac:spMkLst>
        </pc:spChg>
        <pc:spChg chg="mod">
          <ac:chgData name="Toru Yoshihara" userId="86ccaa3c9aeaa58c" providerId="LiveId" clId="{FD084F0E-4D31-431B-B73D-9200D3B5ACDC}" dt="2026-03-25T12:08:55.563" v="439" actId="571"/>
          <ac:spMkLst>
            <pc:docMk/>
            <pc:sldMk cId="2469932130" sldId="257"/>
            <ac:spMk id="983" creationId="{82F44ECC-54F1-F495-0BD1-F33604AEE062}"/>
          </ac:spMkLst>
        </pc:spChg>
        <pc:spChg chg="mod">
          <ac:chgData name="Toru Yoshihara" userId="86ccaa3c9aeaa58c" providerId="LiveId" clId="{FD084F0E-4D31-431B-B73D-9200D3B5ACDC}" dt="2026-03-25T12:08:55.563" v="439" actId="571"/>
          <ac:spMkLst>
            <pc:docMk/>
            <pc:sldMk cId="2469932130" sldId="257"/>
            <ac:spMk id="984" creationId="{87DF9C19-2B06-096B-87B3-0151351C9AB6}"/>
          </ac:spMkLst>
        </pc:spChg>
        <pc:spChg chg="mod">
          <ac:chgData name="Toru Yoshihara" userId="86ccaa3c9aeaa58c" providerId="LiveId" clId="{FD084F0E-4D31-431B-B73D-9200D3B5ACDC}" dt="2026-03-25T12:08:55.563" v="439" actId="571"/>
          <ac:spMkLst>
            <pc:docMk/>
            <pc:sldMk cId="2469932130" sldId="257"/>
            <ac:spMk id="985" creationId="{BC6E8BE1-8B45-F18A-D6F6-E47D19ED6298}"/>
          </ac:spMkLst>
        </pc:spChg>
        <pc:spChg chg="add mod">
          <ac:chgData name="Toru Yoshihara" userId="86ccaa3c9aeaa58c" providerId="LiveId" clId="{FD084F0E-4D31-431B-B73D-9200D3B5ACDC}" dt="2026-03-25T12:13:10.094" v="478" actId="404"/>
          <ac:spMkLst>
            <pc:docMk/>
            <pc:sldMk cId="2469932130" sldId="257"/>
            <ac:spMk id="994" creationId="{F792C40A-E7D1-FD3C-A188-87C362FC54E4}"/>
          </ac:spMkLst>
        </pc:spChg>
        <pc:spChg chg="add mod">
          <ac:chgData name="Toru Yoshihara" userId="86ccaa3c9aeaa58c" providerId="LiveId" clId="{FD084F0E-4D31-431B-B73D-9200D3B5ACDC}" dt="2026-03-25T12:14:15.667" v="500" actId="6549"/>
          <ac:spMkLst>
            <pc:docMk/>
            <pc:sldMk cId="2469932130" sldId="257"/>
            <ac:spMk id="995" creationId="{3F150C3E-73ED-5F1D-1215-95608C8F1FDA}"/>
          </ac:spMkLst>
        </pc:spChg>
        <pc:spChg chg="add mod">
          <ac:chgData name="Toru Yoshihara" userId="86ccaa3c9aeaa58c" providerId="LiveId" clId="{FD084F0E-4D31-431B-B73D-9200D3B5ACDC}" dt="2026-03-25T12:14:19.180" v="502" actId="6549"/>
          <ac:spMkLst>
            <pc:docMk/>
            <pc:sldMk cId="2469932130" sldId="257"/>
            <ac:spMk id="996" creationId="{9ABAAF22-EE81-0F88-C1EA-E3D8997A1A5D}"/>
          </ac:spMkLst>
        </pc:spChg>
        <pc:spChg chg="add mod">
          <ac:chgData name="Toru Yoshihara" userId="86ccaa3c9aeaa58c" providerId="LiveId" clId="{FD084F0E-4D31-431B-B73D-9200D3B5ACDC}" dt="2026-03-25T12:14:23.211" v="504" actId="20577"/>
          <ac:spMkLst>
            <pc:docMk/>
            <pc:sldMk cId="2469932130" sldId="257"/>
            <ac:spMk id="997" creationId="{63CB0B65-FC0C-34E0-852D-91EBEFF7DACC}"/>
          </ac:spMkLst>
        </pc:spChg>
        <pc:spChg chg="add mod">
          <ac:chgData name="Toru Yoshihara" userId="86ccaa3c9aeaa58c" providerId="LiveId" clId="{FD084F0E-4D31-431B-B73D-9200D3B5ACDC}" dt="2026-03-25T12:14:27.739" v="506" actId="6549"/>
          <ac:spMkLst>
            <pc:docMk/>
            <pc:sldMk cId="2469932130" sldId="257"/>
            <ac:spMk id="998" creationId="{822AB65D-4253-23C5-643F-F0AFAC4D06EE}"/>
          </ac:spMkLst>
        </pc:spChg>
        <pc:spChg chg="add mod">
          <ac:chgData name="Toru Yoshihara" userId="86ccaa3c9aeaa58c" providerId="LiveId" clId="{FD084F0E-4D31-431B-B73D-9200D3B5ACDC}" dt="2026-03-25T12:14:32.317" v="508" actId="6549"/>
          <ac:spMkLst>
            <pc:docMk/>
            <pc:sldMk cId="2469932130" sldId="257"/>
            <ac:spMk id="999" creationId="{1129C7D2-F44C-7E41-7A9E-A41859FF7715}"/>
          </ac:spMkLst>
        </pc:spChg>
        <pc:spChg chg="add mod">
          <ac:chgData name="Toru Yoshihara" userId="86ccaa3c9aeaa58c" providerId="LiveId" clId="{FD084F0E-4D31-431B-B73D-9200D3B5ACDC}" dt="2026-03-25T12:14:36.489" v="510" actId="6549"/>
          <ac:spMkLst>
            <pc:docMk/>
            <pc:sldMk cId="2469932130" sldId="257"/>
            <ac:spMk id="1000" creationId="{FB45D0A3-7AE7-46FD-7016-E766F4A1308F}"/>
          </ac:spMkLst>
        </pc:spChg>
        <pc:spChg chg="add mod">
          <ac:chgData name="Toru Yoshihara" userId="86ccaa3c9aeaa58c" providerId="LiveId" clId="{FD084F0E-4D31-431B-B73D-9200D3B5ACDC}" dt="2026-03-25T12:13:57.791" v="496" actId="1076"/>
          <ac:spMkLst>
            <pc:docMk/>
            <pc:sldMk cId="2469932130" sldId="257"/>
            <ac:spMk id="1001" creationId="{FCF76F86-70FA-6833-BA1D-05B44E64CA58}"/>
          </ac:spMkLst>
        </pc:spChg>
        <pc:grpChg chg="mod">
          <ac:chgData name="Toru Yoshihara" userId="86ccaa3c9aeaa58c" providerId="LiveId" clId="{FD084F0E-4D31-431B-B73D-9200D3B5ACDC}" dt="2026-03-25T11:54:01.987" v="259" actId="1076"/>
          <ac:grpSpMkLst>
            <pc:docMk/>
            <pc:sldMk cId="2469932130" sldId="257"/>
            <ac:grpSpMk id="81" creationId="{C7C5F819-2854-8749-8499-7497CE6A9DF3}"/>
          </ac:grpSpMkLst>
        </pc:grpChg>
        <pc:grpChg chg="del">
          <ac:chgData name="Toru Yoshihara" userId="86ccaa3c9aeaa58c" providerId="LiveId" clId="{FD084F0E-4D31-431B-B73D-9200D3B5ACDC}" dt="2026-03-25T11:55:55.244" v="266" actId="478"/>
          <ac:grpSpMkLst>
            <pc:docMk/>
            <pc:sldMk cId="2469932130" sldId="257"/>
            <ac:grpSpMk id="82" creationId="{CAF8D222-6173-88E8-C6BD-BE8440062373}"/>
          </ac:grpSpMkLst>
        </pc:grpChg>
        <pc:grpChg chg="del">
          <ac:chgData name="Toru Yoshihara" userId="86ccaa3c9aeaa58c" providerId="LiveId" clId="{FD084F0E-4D31-431B-B73D-9200D3B5ACDC}" dt="2026-03-25T11:55:55.244" v="266" actId="478"/>
          <ac:grpSpMkLst>
            <pc:docMk/>
            <pc:sldMk cId="2469932130" sldId="257"/>
            <ac:grpSpMk id="149" creationId="{1D3E4D3F-0BBD-D063-7609-424968BFA87E}"/>
          </ac:grpSpMkLst>
        </pc:grpChg>
        <pc:grpChg chg="del">
          <ac:chgData name="Toru Yoshihara" userId="86ccaa3c9aeaa58c" providerId="LiveId" clId="{FD084F0E-4D31-431B-B73D-9200D3B5ACDC}" dt="2026-03-25T11:55:55.244" v="266" actId="478"/>
          <ac:grpSpMkLst>
            <pc:docMk/>
            <pc:sldMk cId="2469932130" sldId="257"/>
            <ac:grpSpMk id="216" creationId="{9B7BCD35-B42C-0F39-9036-255165F5A6BA}"/>
          </ac:grpSpMkLst>
        </pc:grpChg>
        <pc:grpChg chg="del">
          <ac:chgData name="Toru Yoshihara" userId="86ccaa3c9aeaa58c" providerId="LiveId" clId="{FD084F0E-4D31-431B-B73D-9200D3B5ACDC}" dt="2026-03-25T11:55:55.244" v="266" actId="478"/>
          <ac:grpSpMkLst>
            <pc:docMk/>
            <pc:sldMk cId="2469932130" sldId="257"/>
            <ac:grpSpMk id="283" creationId="{FCCC953F-DA84-DE9E-2FB4-17411D3CBD1C}"/>
          </ac:grpSpMkLst>
        </pc:grpChg>
        <pc:grpChg chg="del">
          <ac:chgData name="Toru Yoshihara" userId="86ccaa3c9aeaa58c" providerId="LiveId" clId="{FD084F0E-4D31-431B-B73D-9200D3B5ACDC}" dt="2026-03-25T11:55:55.244" v="266" actId="478"/>
          <ac:grpSpMkLst>
            <pc:docMk/>
            <pc:sldMk cId="2469932130" sldId="257"/>
            <ac:grpSpMk id="350" creationId="{85D01726-2C94-1490-8551-CB6D30CF2132}"/>
          </ac:grpSpMkLst>
        </pc:grpChg>
        <pc:grpChg chg="del">
          <ac:chgData name="Toru Yoshihara" userId="86ccaa3c9aeaa58c" providerId="LiveId" clId="{FD084F0E-4D31-431B-B73D-9200D3B5ACDC}" dt="2026-03-25T11:55:55.244" v="266" actId="478"/>
          <ac:grpSpMkLst>
            <pc:docMk/>
            <pc:sldMk cId="2469932130" sldId="257"/>
            <ac:grpSpMk id="417" creationId="{14E98B4D-4B01-5A5E-4596-0567AA212D69}"/>
          </ac:grpSpMkLst>
        </pc:grpChg>
        <pc:grpChg chg="mod">
          <ac:chgData name="Toru Yoshihara" userId="86ccaa3c9aeaa58c" providerId="LiveId" clId="{FD084F0E-4D31-431B-B73D-9200D3B5ACDC}" dt="2026-03-25T12:03:45.172" v="351" actId="14861"/>
          <ac:grpSpMkLst>
            <pc:docMk/>
            <pc:sldMk cId="2469932130" sldId="257"/>
            <ac:grpSpMk id="484" creationId="{A0580FDE-3EF6-2820-DE54-E826807AAA97}"/>
          </ac:grpSpMkLst>
        </pc:grpChg>
        <pc:grpChg chg="mod">
          <ac:chgData name="Toru Yoshihara" userId="86ccaa3c9aeaa58c" providerId="LiveId" clId="{FD084F0E-4D31-431B-B73D-9200D3B5ACDC}" dt="2026-03-25T12:03:45.172" v="351" actId="14861"/>
          <ac:grpSpMkLst>
            <pc:docMk/>
            <pc:sldMk cId="2469932130" sldId="257"/>
            <ac:grpSpMk id="485" creationId="{E0C5AEF3-2053-23FF-854B-446B4DF029D1}"/>
          </ac:grpSpMkLst>
        </pc:grpChg>
        <pc:grpChg chg="mod">
          <ac:chgData name="Toru Yoshihara" userId="86ccaa3c9aeaa58c" providerId="LiveId" clId="{FD084F0E-4D31-431B-B73D-9200D3B5ACDC}" dt="2026-03-25T12:03:45.172" v="351" actId="14861"/>
          <ac:grpSpMkLst>
            <pc:docMk/>
            <pc:sldMk cId="2469932130" sldId="257"/>
            <ac:grpSpMk id="552" creationId="{CBBEBED5-B735-79BB-4B8B-40980213F72E}"/>
          </ac:grpSpMkLst>
        </pc:grpChg>
        <pc:grpChg chg="mod">
          <ac:chgData name="Toru Yoshihara" userId="86ccaa3c9aeaa58c" providerId="LiveId" clId="{FD084F0E-4D31-431B-B73D-9200D3B5ACDC}" dt="2026-03-25T12:03:45.172" v="351" actId="14861"/>
          <ac:grpSpMkLst>
            <pc:docMk/>
            <pc:sldMk cId="2469932130" sldId="257"/>
            <ac:grpSpMk id="619" creationId="{DA80E42F-24A8-4BC9-8224-3C1FFBC79EAD}"/>
          </ac:grpSpMkLst>
        </pc:grpChg>
        <pc:grpChg chg="mod">
          <ac:chgData name="Toru Yoshihara" userId="86ccaa3c9aeaa58c" providerId="LiveId" clId="{FD084F0E-4D31-431B-B73D-9200D3B5ACDC}" dt="2026-03-25T12:03:45.172" v="351" actId="14861"/>
          <ac:grpSpMkLst>
            <pc:docMk/>
            <pc:sldMk cId="2469932130" sldId="257"/>
            <ac:grpSpMk id="686" creationId="{C70A5771-D7B2-4410-D131-6B00D620C79E}"/>
          </ac:grpSpMkLst>
        </pc:grpChg>
        <pc:grpChg chg="mod">
          <ac:chgData name="Toru Yoshihara" userId="86ccaa3c9aeaa58c" providerId="LiveId" clId="{FD084F0E-4D31-431B-B73D-9200D3B5ACDC}" dt="2026-03-25T12:03:45.172" v="351" actId="14861"/>
          <ac:grpSpMkLst>
            <pc:docMk/>
            <pc:sldMk cId="2469932130" sldId="257"/>
            <ac:grpSpMk id="753" creationId="{C3E27D37-A69C-5923-2BB8-7B24B18159F9}"/>
          </ac:grpSpMkLst>
        </pc:grpChg>
        <pc:grpChg chg="mod">
          <ac:chgData name="Toru Yoshihara" userId="86ccaa3c9aeaa58c" providerId="LiveId" clId="{FD084F0E-4D31-431B-B73D-9200D3B5ACDC}" dt="2026-03-25T12:03:45.172" v="351" actId="14861"/>
          <ac:grpSpMkLst>
            <pc:docMk/>
            <pc:sldMk cId="2469932130" sldId="257"/>
            <ac:grpSpMk id="820" creationId="{8267CD36-10EB-E03F-797F-EDC77C40E71C}"/>
          </ac:grpSpMkLst>
        </pc:grpChg>
        <pc:grpChg chg="mod">
          <ac:chgData name="Toru Yoshihara" userId="86ccaa3c9aeaa58c" providerId="LiveId" clId="{FD084F0E-4D31-431B-B73D-9200D3B5ACDC}" dt="2026-03-25T12:06:43.144" v="364" actId="1076"/>
          <ac:grpSpMkLst>
            <pc:docMk/>
            <pc:sldMk cId="2469932130" sldId="257"/>
            <ac:grpSpMk id="887" creationId="{7C05F1A4-7A85-8CAE-2946-E5F452AE288F}"/>
          </ac:grpSpMkLst>
        </pc:grpChg>
        <pc:grpChg chg="add mod">
          <ac:chgData name="Toru Yoshihara" userId="86ccaa3c9aeaa58c" providerId="LiveId" clId="{FD084F0E-4D31-431B-B73D-9200D3B5ACDC}" dt="2026-03-25T12:09:07.575" v="441" actId="164"/>
          <ac:grpSpMkLst>
            <pc:docMk/>
            <pc:sldMk cId="2469932130" sldId="257"/>
            <ac:grpSpMk id="961" creationId="{59F076F3-85BE-B879-132F-D61774E53DE3}"/>
          </ac:grpSpMkLst>
        </pc:grpChg>
        <pc:grpChg chg="add mod">
          <ac:chgData name="Toru Yoshihara" userId="86ccaa3c9aeaa58c" providerId="LiveId" clId="{FD084F0E-4D31-431B-B73D-9200D3B5ACDC}" dt="2026-03-25T12:09:07.575" v="441" actId="164"/>
          <ac:grpSpMkLst>
            <pc:docMk/>
            <pc:sldMk cId="2469932130" sldId="257"/>
            <ac:grpSpMk id="962" creationId="{1E054E2B-584E-4582-62E3-4BAF75A2B9DF}"/>
          </ac:grpSpMkLst>
        </pc:grpChg>
        <pc:grpChg chg="add mod">
          <ac:chgData name="Toru Yoshihara" userId="86ccaa3c9aeaa58c" providerId="LiveId" clId="{FD084F0E-4D31-431B-B73D-9200D3B5ACDC}" dt="2026-03-25T12:09:07.575" v="441" actId="164"/>
          <ac:grpSpMkLst>
            <pc:docMk/>
            <pc:sldMk cId="2469932130" sldId="257"/>
            <ac:grpSpMk id="970" creationId="{29D5B554-65C6-E4A1-6BF4-59C7A8C27BC8}"/>
          </ac:grpSpMkLst>
        </pc:grpChg>
        <pc:grpChg chg="add mod">
          <ac:chgData name="Toru Yoshihara" userId="86ccaa3c9aeaa58c" providerId="LiveId" clId="{FD084F0E-4D31-431B-B73D-9200D3B5ACDC}" dt="2026-03-25T12:09:07.575" v="441" actId="164"/>
          <ac:grpSpMkLst>
            <pc:docMk/>
            <pc:sldMk cId="2469932130" sldId="257"/>
            <ac:grpSpMk id="978" creationId="{DBFFEB79-2EFB-9946-9066-B0A3C3503BBF}"/>
          </ac:grpSpMkLst>
        </pc:grpChg>
        <pc:grpChg chg="add mod ord">
          <ac:chgData name="Toru Yoshihara" userId="86ccaa3c9aeaa58c" providerId="LiveId" clId="{FD084F0E-4D31-431B-B73D-9200D3B5ACDC}" dt="2026-03-25T12:10:44.993" v="459" actId="164"/>
          <ac:grpSpMkLst>
            <pc:docMk/>
            <pc:sldMk cId="2469932130" sldId="257"/>
            <ac:grpSpMk id="986" creationId="{8F3A5966-70D4-D880-C6C6-8E7F409299E1}"/>
          </ac:grpSpMkLst>
        </pc:grpChg>
        <pc:grpChg chg="add mod">
          <ac:chgData name="Toru Yoshihara" userId="86ccaa3c9aeaa58c" providerId="LiveId" clId="{FD084F0E-4D31-431B-B73D-9200D3B5ACDC}" dt="2026-03-25T12:10:44.993" v="459" actId="164"/>
          <ac:grpSpMkLst>
            <pc:docMk/>
            <pc:sldMk cId="2469932130" sldId="257"/>
            <ac:grpSpMk id="993" creationId="{5D121618-63B6-9386-9A83-FF770B639F0F}"/>
          </ac:grpSpMkLst>
        </pc:grpChg>
        <pc:picChg chg="add del">
          <ac:chgData name="Toru Yoshihara" userId="86ccaa3c9aeaa58c" providerId="LiveId" clId="{FD084F0E-4D31-431B-B73D-9200D3B5ACDC}" dt="2026-03-25T11:44:08.376" v="5" actId="478"/>
          <ac:picMkLst>
            <pc:docMk/>
            <pc:sldMk cId="2469932130" sldId="257"/>
            <ac:picMk id="5" creationId="{D9038932-6B6C-BD23-179A-4DB4251C292C}"/>
          </ac:picMkLst>
        </pc:picChg>
        <pc:picChg chg="add mod ord">
          <ac:chgData name="Toru Yoshihara" userId="86ccaa3c9aeaa58c" providerId="LiveId" clId="{FD084F0E-4D31-431B-B73D-9200D3B5ACDC}" dt="2026-03-25T12:10:38.789" v="458" actId="167"/>
          <ac:picMkLst>
            <pc:docMk/>
            <pc:sldMk cId="2469932130" sldId="257"/>
            <ac:picMk id="7" creationId="{67C91AF4-D496-899D-0301-1452B099385B}"/>
          </ac:picMkLst>
        </pc:picChg>
        <pc:cxnChg chg="add mod">
          <ac:chgData name="Toru Yoshihara" userId="86ccaa3c9aeaa58c" providerId="LiveId" clId="{FD084F0E-4D31-431B-B73D-9200D3B5ACDC}" dt="2026-03-25T11:57:29.068" v="274" actId="1076"/>
          <ac:cxnSpMkLst>
            <pc:docMk/>
            <pc:sldMk cId="2469932130" sldId="257"/>
            <ac:cxnSpMk id="9" creationId="{EE136AA8-4C3E-593D-1901-64BF9892EE5C}"/>
          </ac:cxnSpMkLst>
        </pc:cxnChg>
        <pc:cxnChg chg="mod ord">
          <ac:chgData name="Toru Yoshihara" userId="86ccaa3c9aeaa58c" providerId="LiveId" clId="{FD084F0E-4D31-431B-B73D-9200D3B5ACDC}" dt="2026-03-25T12:10:21.691" v="453" actId="166"/>
          <ac:cxnSpMkLst>
            <pc:docMk/>
            <pc:sldMk cId="2469932130" sldId="257"/>
            <ac:cxnSpMk id="888" creationId="{A0EE3C2F-8FD6-7ACC-48F3-5CA3545706D8}"/>
          </ac:cxnSpMkLst>
        </pc:cxnChg>
        <pc:cxnChg chg="mod">
          <ac:chgData name="Toru Yoshihara" userId="86ccaa3c9aeaa58c" providerId="LiveId" clId="{FD084F0E-4D31-431B-B73D-9200D3B5ACDC}" dt="2026-03-25T12:08:51.811" v="437" actId="571"/>
          <ac:cxnSpMkLst>
            <pc:docMk/>
            <pc:sldMk cId="2469932130" sldId="257"/>
            <ac:cxnSpMk id="963" creationId="{C50DEB78-4246-BA07-8A77-56A01E7051DA}"/>
          </ac:cxnSpMkLst>
        </pc:cxnChg>
        <pc:cxnChg chg="mod ord">
          <ac:chgData name="Toru Yoshihara" userId="86ccaa3c9aeaa58c" providerId="LiveId" clId="{FD084F0E-4D31-431B-B73D-9200D3B5ACDC}" dt="2026-03-25T12:10:22.039" v="454" actId="166"/>
          <ac:cxnSpMkLst>
            <pc:docMk/>
            <pc:sldMk cId="2469932130" sldId="257"/>
            <ac:cxnSpMk id="971" creationId="{C7C37125-5AE4-1B96-D256-72A08F157842}"/>
          </ac:cxnSpMkLst>
        </pc:cxnChg>
        <pc:cxnChg chg="mod ord">
          <ac:chgData name="Toru Yoshihara" userId="86ccaa3c9aeaa58c" providerId="LiveId" clId="{FD084F0E-4D31-431B-B73D-9200D3B5ACDC}" dt="2026-03-25T12:10:29.124" v="456" actId="166"/>
          <ac:cxnSpMkLst>
            <pc:docMk/>
            <pc:sldMk cId="2469932130" sldId="257"/>
            <ac:cxnSpMk id="979" creationId="{4ABB0B84-2446-96DB-C641-47DB6E75A51D}"/>
          </ac:cxnSpMkLst>
        </pc:cxnChg>
        <pc:cxnChg chg="add mod">
          <ac:chgData name="Toru Yoshihara" userId="86ccaa3c9aeaa58c" providerId="LiveId" clId="{FD084F0E-4D31-431B-B73D-9200D3B5ACDC}" dt="2026-03-25T12:10:44.993" v="459" actId="164"/>
          <ac:cxnSpMkLst>
            <pc:docMk/>
            <pc:sldMk cId="2469932130" sldId="257"/>
            <ac:cxnSpMk id="987" creationId="{7DD11819-BF76-976F-93F1-C028616AE119}"/>
          </ac:cxnSpMkLst>
        </pc:cxnChg>
        <pc:cxnChg chg="add mod">
          <ac:chgData name="Toru Yoshihara" userId="86ccaa3c9aeaa58c" providerId="LiveId" clId="{FD084F0E-4D31-431B-B73D-9200D3B5ACDC}" dt="2026-03-25T12:10:44.993" v="459" actId="164"/>
          <ac:cxnSpMkLst>
            <pc:docMk/>
            <pc:sldMk cId="2469932130" sldId="257"/>
            <ac:cxnSpMk id="990" creationId="{29F39964-027C-8B96-F8B3-C7FB0C94C3CD}"/>
          </ac:cxnSpMkLst>
        </pc:cxnChg>
        <pc:cxnChg chg="add mod ord">
          <ac:chgData name="Toru Yoshihara" userId="86ccaa3c9aeaa58c" providerId="LiveId" clId="{FD084F0E-4D31-431B-B73D-9200D3B5ACDC}" dt="2026-03-25T12:10:44.993" v="459" actId="164"/>
          <ac:cxnSpMkLst>
            <pc:docMk/>
            <pc:sldMk cId="2469932130" sldId="257"/>
            <ac:cxnSpMk id="992" creationId="{08DA0B72-BE89-410D-D182-F033BBCC6FA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855C-6583-022A-8A80-2718B78AF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6277A-E366-666A-4766-7F888E23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36739-B6CF-0E13-850B-DC8FFFC4E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11F29-9079-B2CC-E13B-0EFB98C7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067EF-7F85-FAA2-CC84-5E875B4F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688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09E6-693F-B8D2-F112-0BBCD94CA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7C9C0-E49B-225E-74A7-DA406A185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BCD2E-86D4-B145-A511-FBB9C65CC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DA013-18D2-73EE-2C58-DA9AF0FB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33DD-9A07-4B1D-B005-B2B77D5D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84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9EA7-057E-18DB-540B-A3104958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28703-D917-AE7F-CA2C-66DF09E30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A9C35-18CF-8FAE-1C62-916F0CE0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D46F8-BD88-78A8-5FCB-D70D405C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62F9E-C2CD-82BA-BF1C-18057F72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5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DAFE8-9B74-7BB1-FBE6-3CE7AEF4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225E8-07F1-5A09-8ED0-DA78D25C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68752-03C4-6AC4-D580-E1E0BA2F2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2D4A2-136A-BBAD-322F-826FDDFB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409AC-CEBB-C991-E950-8EEBE3A4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29E12-2A39-B3A0-33A0-483CE0A6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3674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FD1FF-EDBE-3EAF-B034-583522C1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5828F-CFFD-AE11-17DD-574CC3B7E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AAFC7-2B4D-76EA-B1F8-2995F36C8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8CB48-8801-1A7C-5B02-C32845DFC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16E88-DD63-2F74-F840-F54AD7B8E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35B0F6-1B3A-4949-EB50-5ECF2636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0F8B0-B6C7-8910-84C2-88042648A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B85B6-B492-7BAA-7976-18BA4FBC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01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B0EF-0079-9CA7-9E2F-42ED823B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ADE78-D284-2164-A5AD-AE307AEE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3530F-6C21-BF8A-60DA-E0601F67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5E977-B6B5-99E6-29FB-4A31AFE4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974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DEB05B-5CEF-515C-4AA2-4EEC15A0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129AB-60E5-193C-0958-A6E2FB3D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BE2EE-3566-DE2B-025F-F26AFC9B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086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9DC8-BA2E-C9EA-9E23-966F23B4A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A2ACB-67CF-5C71-5B52-7E86FE1E1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FE455-E503-67A7-5D60-60C48631E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014FC-41F1-1893-CDA8-33FFE5EE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BAEDD-7737-90BA-6591-CC484CFF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A5EF6-DA41-FDF2-A7E0-81E24DF9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488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7D11-B259-386A-79DB-670D333D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65F76-1D9D-BA39-DC03-83FEC2C7C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D0340-0903-9687-DB64-5E4485E20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A0486-A442-6CA2-8343-A7DE8573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3F0D0-A4EB-0EDD-9EBF-AD63DCA1E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74B4F-D086-6A43-434C-FFA8E80E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26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4757-ED27-A7C5-50C5-BE99D1D12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E1D41-C776-3A8E-4D51-744413E59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F9D5A-CCB8-8DFB-441F-53408471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A9EA9-FBE3-AE86-8A2A-5220DB14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DE6B9-621F-6964-BF41-170D876C0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744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F151FE-6C9D-2D2D-F8EC-BA1C6E735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D10F1-F562-EBE3-62F4-6BA8EB55B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7BEB8-9726-1149-98DA-3AFA7A625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7EB29-7F0A-511E-1A3E-D605723B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A05B4-45F0-9094-AC30-BEE2D06F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64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4B0B80-5E74-669B-AB34-061CFA53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0EC8A-69EF-2536-A4F6-AE8623A85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096E-069C-A5BB-B9DB-18EAFAD12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ACB58-7B99-4DC4-9AB2-D2F8C8F679C7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3317C-FF5A-03F1-8997-038DA2E9C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B1870-B572-C1F0-93F4-61F020467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9DC2B-C6BD-4D77-89A2-02436D8E52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02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C91AF4-D496-899D-0301-1452B0993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391500"/>
            <a:ext cx="10800000" cy="6075000"/>
          </a:xfrm>
          <a:prstGeom prst="rect">
            <a:avLst/>
          </a:prstGeom>
        </p:spPr>
      </p:pic>
      <p:grpSp>
        <p:nvGrpSpPr>
          <p:cNvPr id="484" name="Group 483">
            <a:extLst>
              <a:ext uri="{FF2B5EF4-FFF2-40B4-BE49-F238E27FC236}">
                <a16:creationId xmlns:a16="http://schemas.microsoft.com/office/drawing/2014/main" id="{A0580FDE-3EF6-2820-DE54-E826807AAA97}"/>
              </a:ext>
            </a:extLst>
          </p:cNvPr>
          <p:cNvGrpSpPr/>
          <p:nvPr/>
        </p:nvGrpSpPr>
        <p:grpSpPr>
          <a:xfrm>
            <a:off x="1013352" y="5124691"/>
            <a:ext cx="10163088" cy="72000"/>
            <a:chOff x="1013352" y="5124691"/>
            <a:chExt cx="10163088" cy="72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E136AA8-4C3E-593D-1901-64BF9892EE5C}"/>
                </a:ext>
              </a:extLst>
            </p:cNvPr>
            <p:cNvCxnSpPr>
              <a:cxnSpLocks/>
            </p:cNvCxnSpPr>
            <p:nvPr/>
          </p:nvCxnSpPr>
          <p:spPr>
            <a:xfrm>
              <a:off x="1051560" y="5160691"/>
              <a:ext cx="1008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C3E87E-A95C-2315-E467-65150B3A36A7}"/>
                </a:ext>
              </a:extLst>
            </p:cNvPr>
            <p:cNvSpPr/>
            <p:nvPr/>
          </p:nvSpPr>
          <p:spPr>
            <a:xfrm>
              <a:off x="101335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EA0CAF3-6FD7-165E-8D91-F223FFFB4D43}"/>
                </a:ext>
              </a:extLst>
            </p:cNvPr>
            <p:cNvSpPr/>
            <p:nvPr/>
          </p:nvSpPr>
          <p:spPr>
            <a:xfrm>
              <a:off x="117102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A02530E-D54F-F325-4E39-B665B85CF4A8}"/>
                </a:ext>
              </a:extLst>
            </p:cNvPr>
            <p:cNvSpPr/>
            <p:nvPr/>
          </p:nvSpPr>
          <p:spPr>
            <a:xfrm>
              <a:off x="132869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3F0EC4-FC2F-66A9-A8FC-6FCDD96A5028}"/>
                </a:ext>
              </a:extLst>
            </p:cNvPr>
            <p:cNvSpPr/>
            <p:nvPr/>
          </p:nvSpPr>
          <p:spPr>
            <a:xfrm>
              <a:off x="148637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E64144B-555B-C019-3746-DFDEA5261188}"/>
                </a:ext>
              </a:extLst>
            </p:cNvPr>
            <p:cNvSpPr/>
            <p:nvPr/>
          </p:nvSpPr>
          <p:spPr>
            <a:xfrm>
              <a:off x="164404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BA2A71B-C274-7C55-3366-12B21457E46D}"/>
                </a:ext>
              </a:extLst>
            </p:cNvPr>
            <p:cNvSpPr/>
            <p:nvPr/>
          </p:nvSpPr>
          <p:spPr>
            <a:xfrm>
              <a:off x="180171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48D5B67-C322-9B92-739E-F44737C06F07}"/>
                </a:ext>
              </a:extLst>
            </p:cNvPr>
            <p:cNvSpPr/>
            <p:nvPr/>
          </p:nvSpPr>
          <p:spPr>
            <a:xfrm>
              <a:off x="195939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4D08AD9-50CE-0E00-A62B-F5E8F91F031A}"/>
                </a:ext>
              </a:extLst>
            </p:cNvPr>
            <p:cNvSpPr/>
            <p:nvPr/>
          </p:nvSpPr>
          <p:spPr>
            <a:xfrm>
              <a:off x="211706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A3481C0-B8BD-7155-28BB-A411899EE27A}"/>
                </a:ext>
              </a:extLst>
            </p:cNvPr>
            <p:cNvSpPr/>
            <p:nvPr/>
          </p:nvSpPr>
          <p:spPr>
            <a:xfrm>
              <a:off x="227473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A851B88-A6C0-5229-251B-9D988AE4AD4A}"/>
                </a:ext>
              </a:extLst>
            </p:cNvPr>
            <p:cNvSpPr/>
            <p:nvPr/>
          </p:nvSpPr>
          <p:spPr>
            <a:xfrm>
              <a:off x="243240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ACC4264-3F68-50FC-DB92-7E69F979E578}"/>
                </a:ext>
              </a:extLst>
            </p:cNvPr>
            <p:cNvSpPr/>
            <p:nvPr/>
          </p:nvSpPr>
          <p:spPr>
            <a:xfrm>
              <a:off x="259008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068B485-3ABF-0874-C999-61EB450BA091}"/>
                </a:ext>
              </a:extLst>
            </p:cNvPr>
            <p:cNvSpPr/>
            <p:nvPr/>
          </p:nvSpPr>
          <p:spPr>
            <a:xfrm>
              <a:off x="274775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0AF3AB0-55AE-B74B-1CE6-6167E55F6AA1}"/>
                </a:ext>
              </a:extLst>
            </p:cNvPr>
            <p:cNvSpPr/>
            <p:nvPr/>
          </p:nvSpPr>
          <p:spPr>
            <a:xfrm>
              <a:off x="290542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91BF87F-724A-8AB3-6AE1-3B093EE1AE88}"/>
                </a:ext>
              </a:extLst>
            </p:cNvPr>
            <p:cNvSpPr/>
            <p:nvPr/>
          </p:nvSpPr>
          <p:spPr>
            <a:xfrm>
              <a:off x="306310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D892374-A845-5673-1C82-CECB6E341F6A}"/>
                </a:ext>
              </a:extLst>
            </p:cNvPr>
            <p:cNvSpPr/>
            <p:nvPr/>
          </p:nvSpPr>
          <p:spPr>
            <a:xfrm>
              <a:off x="322077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2CA5D9E-89A6-A099-24C3-9A23C2FC1B37}"/>
                </a:ext>
              </a:extLst>
            </p:cNvPr>
            <p:cNvSpPr/>
            <p:nvPr/>
          </p:nvSpPr>
          <p:spPr>
            <a:xfrm>
              <a:off x="337844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55E921C-EB70-0FD1-A445-BAA4CC91C903}"/>
                </a:ext>
              </a:extLst>
            </p:cNvPr>
            <p:cNvSpPr/>
            <p:nvPr/>
          </p:nvSpPr>
          <p:spPr>
            <a:xfrm>
              <a:off x="353612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4EF5720-A566-B986-43E5-86A64DDD8F10}"/>
                </a:ext>
              </a:extLst>
            </p:cNvPr>
            <p:cNvSpPr/>
            <p:nvPr/>
          </p:nvSpPr>
          <p:spPr>
            <a:xfrm>
              <a:off x="369379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F8A325F-96D8-69E0-AB4E-ECD6D0816030}"/>
                </a:ext>
              </a:extLst>
            </p:cNvPr>
            <p:cNvSpPr/>
            <p:nvPr/>
          </p:nvSpPr>
          <p:spPr>
            <a:xfrm>
              <a:off x="385146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269614D-8C04-A6C2-6DA5-9C64A6FCD7E7}"/>
                </a:ext>
              </a:extLst>
            </p:cNvPr>
            <p:cNvSpPr/>
            <p:nvPr/>
          </p:nvSpPr>
          <p:spPr>
            <a:xfrm>
              <a:off x="400913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128517-F96C-8F06-3563-B442A2C66A08}"/>
                </a:ext>
              </a:extLst>
            </p:cNvPr>
            <p:cNvSpPr/>
            <p:nvPr/>
          </p:nvSpPr>
          <p:spPr>
            <a:xfrm>
              <a:off x="416681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9CB8192-D513-D6FF-97DC-08D6D4ED37B7}"/>
                </a:ext>
              </a:extLst>
            </p:cNvPr>
            <p:cNvSpPr/>
            <p:nvPr/>
          </p:nvSpPr>
          <p:spPr>
            <a:xfrm>
              <a:off x="432448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16C4027-EFF0-1ABF-650B-3FF2937563DD}"/>
                </a:ext>
              </a:extLst>
            </p:cNvPr>
            <p:cNvSpPr/>
            <p:nvPr/>
          </p:nvSpPr>
          <p:spPr>
            <a:xfrm>
              <a:off x="448215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4D9DA2B-B6B9-DFFB-2787-B7FC53DDE00D}"/>
                </a:ext>
              </a:extLst>
            </p:cNvPr>
            <p:cNvSpPr/>
            <p:nvPr/>
          </p:nvSpPr>
          <p:spPr>
            <a:xfrm>
              <a:off x="463983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9852F4-3B11-DAF1-ADD6-CAB4A3DD54E7}"/>
                </a:ext>
              </a:extLst>
            </p:cNvPr>
            <p:cNvSpPr/>
            <p:nvPr/>
          </p:nvSpPr>
          <p:spPr>
            <a:xfrm>
              <a:off x="479750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2D8DD39-2331-E0FB-101D-FB1E2431D37E}"/>
                </a:ext>
              </a:extLst>
            </p:cNvPr>
            <p:cNvSpPr/>
            <p:nvPr/>
          </p:nvSpPr>
          <p:spPr>
            <a:xfrm>
              <a:off x="495517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DEEC701-6CBE-2E96-4FCB-4CDC62F88A04}"/>
                </a:ext>
              </a:extLst>
            </p:cNvPr>
            <p:cNvSpPr/>
            <p:nvPr/>
          </p:nvSpPr>
          <p:spPr>
            <a:xfrm>
              <a:off x="511285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EB7D3F9-D0F0-FF33-0791-946B44649771}"/>
                </a:ext>
              </a:extLst>
            </p:cNvPr>
            <p:cNvSpPr/>
            <p:nvPr/>
          </p:nvSpPr>
          <p:spPr>
            <a:xfrm>
              <a:off x="527052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D9ACB14-4222-7E1A-43F1-302E243A95EA}"/>
                </a:ext>
              </a:extLst>
            </p:cNvPr>
            <p:cNvSpPr/>
            <p:nvPr/>
          </p:nvSpPr>
          <p:spPr>
            <a:xfrm>
              <a:off x="542819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308A0F8-12D0-F767-F6AF-E8467EC16E19}"/>
                </a:ext>
              </a:extLst>
            </p:cNvPr>
            <p:cNvSpPr/>
            <p:nvPr/>
          </p:nvSpPr>
          <p:spPr>
            <a:xfrm>
              <a:off x="558586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6F5A627-E5E8-F973-E7C1-55C0B00F1BCA}"/>
                </a:ext>
              </a:extLst>
            </p:cNvPr>
            <p:cNvSpPr/>
            <p:nvPr/>
          </p:nvSpPr>
          <p:spPr>
            <a:xfrm>
              <a:off x="574354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5056C5C-6F35-5091-4A25-6CB152CC6B35}"/>
                </a:ext>
              </a:extLst>
            </p:cNvPr>
            <p:cNvSpPr/>
            <p:nvPr/>
          </p:nvSpPr>
          <p:spPr>
            <a:xfrm>
              <a:off x="590121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0579F55-65C4-83CD-A531-F43D51B5DE3E}"/>
                </a:ext>
              </a:extLst>
            </p:cNvPr>
            <p:cNvSpPr/>
            <p:nvPr/>
          </p:nvSpPr>
          <p:spPr>
            <a:xfrm>
              <a:off x="605888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AFC5AEF-1D2B-DE2A-AA75-A5A1A5A958EA}"/>
                </a:ext>
              </a:extLst>
            </p:cNvPr>
            <p:cNvSpPr/>
            <p:nvPr/>
          </p:nvSpPr>
          <p:spPr>
            <a:xfrm>
              <a:off x="621656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6665D15-B97A-A4B9-C66B-A094ED64008E}"/>
                </a:ext>
              </a:extLst>
            </p:cNvPr>
            <p:cNvSpPr/>
            <p:nvPr/>
          </p:nvSpPr>
          <p:spPr>
            <a:xfrm>
              <a:off x="637423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3B3843D-7B42-B95E-6CC4-6B41022EC39B}"/>
                </a:ext>
              </a:extLst>
            </p:cNvPr>
            <p:cNvSpPr/>
            <p:nvPr/>
          </p:nvSpPr>
          <p:spPr>
            <a:xfrm>
              <a:off x="653190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7DCCC58-D554-9367-FC9A-9A8B1EBDA110}"/>
                </a:ext>
              </a:extLst>
            </p:cNvPr>
            <p:cNvSpPr/>
            <p:nvPr/>
          </p:nvSpPr>
          <p:spPr>
            <a:xfrm>
              <a:off x="668958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AE83727-D547-EAAF-666F-97C6A39F6A1A}"/>
                </a:ext>
              </a:extLst>
            </p:cNvPr>
            <p:cNvSpPr/>
            <p:nvPr/>
          </p:nvSpPr>
          <p:spPr>
            <a:xfrm>
              <a:off x="684725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ECCC9B6-465B-C065-879A-F4C636347061}"/>
                </a:ext>
              </a:extLst>
            </p:cNvPr>
            <p:cNvSpPr/>
            <p:nvPr/>
          </p:nvSpPr>
          <p:spPr>
            <a:xfrm>
              <a:off x="700492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72008CA-263B-460C-759C-636C66E08C44}"/>
                </a:ext>
              </a:extLst>
            </p:cNvPr>
            <p:cNvSpPr/>
            <p:nvPr/>
          </p:nvSpPr>
          <p:spPr>
            <a:xfrm>
              <a:off x="716259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2CCB42E-130B-77A1-3B79-1E2ACDB0A7DF}"/>
                </a:ext>
              </a:extLst>
            </p:cNvPr>
            <p:cNvSpPr/>
            <p:nvPr/>
          </p:nvSpPr>
          <p:spPr>
            <a:xfrm>
              <a:off x="732027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A606D62-247B-A8DC-382A-F6E275B41D7A}"/>
                </a:ext>
              </a:extLst>
            </p:cNvPr>
            <p:cNvSpPr/>
            <p:nvPr/>
          </p:nvSpPr>
          <p:spPr>
            <a:xfrm>
              <a:off x="747794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F6880ED-127B-BBCA-A033-EA9F12833568}"/>
                </a:ext>
              </a:extLst>
            </p:cNvPr>
            <p:cNvSpPr/>
            <p:nvPr/>
          </p:nvSpPr>
          <p:spPr>
            <a:xfrm>
              <a:off x="763561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777945C-83A5-D965-8687-8C82393016AC}"/>
                </a:ext>
              </a:extLst>
            </p:cNvPr>
            <p:cNvSpPr/>
            <p:nvPr/>
          </p:nvSpPr>
          <p:spPr>
            <a:xfrm>
              <a:off x="779329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2B17B31-C167-E9A5-36D2-BF8589AAD3DD}"/>
                </a:ext>
              </a:extLst>
            </p:cNvPr>
            <p:cNvSpPr/>
            <p:nvPr/>
          </p:nvSpPr>
          <p:spPr>
            <a:xfrm>
              <a:off x="795096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81C9D0E-933F-1573-0D17-C8A35A5A2F1C}"/>
                </a:ext>
              </a:extLst>
            </p:cNvPr>
            <p:cNvSpPr/>
            <p:nvPr/>
          </p:nvSpPr>
          <p:spPr>
            <a:xfrm>
              <a:off x="810863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2A7A1CA-8F5F-10F5-C9AD-C9BAFC72B265}"/>
                </a:ext>
              </a:extLst>
            </p:cNvPr>
            <p:cNvSpPr/>
            <p:nvPr/>
          </p:nvSpPr>
          <p:spPr>
            <a:xfrm>
              <a:off x="826631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33A0E43-5391-6453-8303-5DA709F798BD}"/>
                </a:ext>
              </a:extLst>
            </p:cNvPr>
            <p:cNvSpPr/>
            <p:nvPr/>
          </p:nvSpPr>
          <p:spPr>
            <a:xfrm>
              <a:off x="842398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84E40EF-9956-4BB7-2F56-E426A3680D23}"/>
                </a:ext>
              </a:extLst>
            </p:cNvPr>
            <p:cNvSpPr/>
            <p:nvPr/>
          </p:nvSpPr>
          <p:spPr>
            <a:xfrm>
              <a:off x="858165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FC878D9-56E8-F89D-F170-5B8E24DF0C42}"/>
                </a:ext>
              </a:extLst>
            </p:cNvPr>
            <p:cNvSpPr/>
            <p:nvPr/>
          </p:nvSpPr>
          <p:spPr>
            <a:xfrm>
              <a:off x="873932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8B8D3DD-CFEB-E65F-CAF1-AA7625B3C87D}"/>
                </a:ext>
              </a:extLst>
            </p:cNvPr>
            <p:cNvSpPr/>
            <p:nvPr/>
          </p:nvSpPr>
          <p:spPr>
            <a:xfrm>
              <a:off x="889700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9B94585-1F9B-2218-A939-C6426BA11247}"/>
                </a:ext>
              </a:extLst>
            </p:cNvPr>
            <p:cNvSpPr/>
            <p:nvPr/>
          </p:nvSpPr>
          <p:spPr>
            <a:xfrm>
              <a:off x="905467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9F6F5FE-A2CB-6367-AB05-485F13BE93CB}"/>
                </a:ext>
              </a:extLst>
            </p:cNvPr>
            <p:cNvSpPr/>
            <p:nvPr/>
          </p:nvSpPr>
          <p:spPr>
            <a:xfrm>
              <a:off x="921234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AA8414B-B060-05A7-9007-EF19EDB9CCED}"/>
                </a:ext>
              </a:extLst>
            </p:cNvPr>
            <p:cNvSpPr/>
            <p:nvPr/>
          </p:nvSpPr>
          <p:spPr>
            <a:xfrm>
              <a:off x="937002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B9747FC8-C309-FB20-4C9A-83ED17B15CD0}"/>
                </a:ext>
              </a:extLst>
            </p:cNvPr>
            <p:cNvSpPr/>
            <p:nvPr/>
          </p:nvSpPr>
          <p:spPr>
            <a:xfrm>
              <a:off x="952769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2506799-A767-34C9-EF66-444764D57C47}"/>
                </a:ext>
              </a:extLst>
            </p:cNvPr>
            <p:cNvSpPr/>
            <p:nvPr/>
          </p:nvSpPr>
          <p:spPr>
            <a:xfrm>
              <a:off x="968536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1816623-44B1-C33C-B0DC-5B2E772E91D9}"/>
                </a:ext>
              </a:extLst>
            </p:cNvPr>
            <p:cNvSpPr/>
            <p:nvPr/>
          </p:nvSpPr>
          <p:spPr>
            <a:xfrm>
              <a:off x="98430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068D8A7-D10D-F530-E8C8-CF7C94E2CF89}"/>
                </a:ext>
              </a:extLst>
            </p:cNvPr>
            <p:cNvSpPr/>
            <p:nvPr/>
          </p:nvSpPr>
          <p:spPr>
            <a:xfrm>
              <a:off x="1000071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758E1DF-F8E3-1F0D-3652-C90BFF974F12}"/>
                </a:ext>
              </a:extLst>
            </p:cNvPr>
            <p:cNvSpPr/>
            <p:nvPr/>
          </p:nvSpPr>
          <p:spPr>
            <a:xfrm>
              <a:off x="1015838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B8EAB7A-0642-9B24-C3A3-887EB8AFF3BA}"/>
                </a:ext>
              </a:extLst>
            </p:cNvPr>
            <p:cNvSpPr/>
            <p:nvPr/>
          </p:nvSpPr>
          <p:spPr>
            <a:xfrm>
              <a:off x="1031605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2DA6A51-1993-A793-1C38-CE4AF91783CA}"/>
                </a:ext>
              </a:extLst>
            </p:cNvPr>
            <p:cNvSpPr/>
            <p:nvPr/>
          </p:nvSpPr>
          <p:spPr>
            <a:xfrm>
              <a:off x="1047373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C585698-3951-7DA8-E4BA-A006FBAE86A6}"/>
                </a:ext>
              </a:extLst>
            </p:cNvPr>
            <p:cNvSpPr/>
            <p:nvPr/>
          </p:nvSpPr>
          <p:spPr>
            <a:xfrm>
              <a:off x="1063140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AFFAEBF-EE46-7164-56A7-EE22A95B92D8}"/>
                </a:ext>
              </a:extLst>
            </p:cNvPr>
            <p:cNvSpPr/>
            <p:nvPr/>
          </p:nvSpPr>
          <p:spPr>
            <a:xfrm>
              <a:off x="1078907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805F08F-E68D-7B7B-FA56-1DA91C067D72}"/>
                </a:ext>
              </a:extLst>
            </p:cNvPr>
            <p:cNvSpPr/>
            <p:nvPr/>
          </p:nvSpPr>
          <p:spPr>
            <a:xfrm>
              <a:off x="1094675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45CB5B1-AA0E-0EAF-081D-973A3AA65F7E}"/>
                </a:ext>
              </a:extLst>
            </p:cNvPr>
            <p:cNvSpPr/>
            <p:nvPr/>
          </p:nvSpPr>
          <p:spPr>
            <a:xfrm>
              <a:off x="111044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E0C5AEF3-2053-23FF-854B-446B4DF029D1}"/>
              </a:ext>
            </a:extLst>
          </p:cNvPr>
          <p:cNvGrpSpPr/>
          <p:nvPr/>
        </p:nvGrpSpPr>
        <p:grpSpPr>
          <a:xfrm>
            <a:off x="1013352" y="5319001"/>
            <a:ext cx="10163088" cy="72000"/>
            <a:chOff x="1013352" y="5124691"/>
            <a:chExt cx="10163088" cy="72000"/>
          </a:xfrm>
        </p:grpSpPr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399AD6F3-BF59-E093-A5AE-2849245A04EA}"/>
                </a:ext>
              </a:extLst>
            </p:cNvPr>
            <p:cNvCxnSpPr>
              <a:cxnSpLocks/>
            </p:cNvCxnSpPr>
            <p:nvPr/>
          </p:nvCxnSpPr>
          <p:spPr>
            <a:xfrm>
              <a:off x="1051560" y="5160691"/>
              <a:ext cx="1008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254A3FA2-0302-0B70-FF1C-2E7CA0E35FD1}"/>
                </a:ext>
              </a:extLst>
            </p:cNvPr>
            <p:cNvSpPr/>
            <p:nvPr/>
          </p:nvSpPr>
          <p:spPr>
            <a:xfrm>
              <a:off x="101335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C01B5F76-44DA-5034-8059-F939CA9F964A}"/>
                </a:ext>
              </a:extLst>
            </p:cNvPr>
            <p:cNvSpPr/>
            <p:nvPr/>
          </p:nvSpPr>
          <p:spPr>
            <a:xfrm>
              <a:off x="117102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FA0D4571-4A29-338B-0C53-C8FBF43013DC}"/>
                </a:ext>
              </a:extLst>
            </p:cNvPr>
            <p:cNvSpPr/>
            <p:nvPr/>
          </p:nvSpPr>
          <p:spPr>
            <a:xfrm>
              <a:off x="132869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8FF1F342-F83B-9988-D92B-BC42A94FFA7C}"/>
                </a:ext>
              </a:extLst>
            </p:cNvPr>
            <p:cNvSpPr/>
            <p:nvPr/>
          </p:nvSpPr>
          <p:spPr>
            <a:xfrm>
              <a:off x="148637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1" name="Oval 490">
              <a:extLst>
                <a:ext uri="{FF2B5EF4-FFF2-40B4-BE49-F238E27FC236}">
                  <a16:creationId xmlns:a16="http://schemas.microsoft.com/office/drawing/2014/main" id="{E763A187-41C8-33D9-2264-AE4A7FEE8524}"/>
                </a:ext>
              </a:extLst>
            </p:cNvPr>
            <p:cNvSpPr/>
            <p:nvPr/>
          </p:nvSpPr>
          <p:spPr>
            <a:xfrm>
              <a:off x="164404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CF0ABAFF-F28A-1B74-CA47-E8B3CF0C37F3}"/>
                </a:ext>
              </a:extLst>
            </p:cNvPr>
            <p:cNvSpPr/>
            <p:nvPr/>
          </p:nvSpPr>
          <p:spPr>
            <a:xfrm>
              <a:off x="180171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3" name="Oval 492">
              <a:extLst>
                <a:ext uri="{FF2B5EF4-FFF2-40B4-BE49-F238E27FC236}">
                  <a16:creationId xmlns:a16="http://schemas.microsoft.com/office/drawing/2014/main" id="{4150CB73-47A4-2C03-29E0-1A278AC317C8}"/>
                </a:ext>
              </a:extLst>
            </p:cNvPr>
            <p:cNvSpPr/>
            <p:nvPr/>
          </p:nvSpPr>
          <p:spPr>
            <a:xfrm>
              <a:off x="195939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4" name="Oval 493">
              <a:extLst>
                <a:ext uri="{FF2B5EF4-FFF2-40B4-BE49-F238E27FC236}">
                  <a16:creationId xmlns:a16="http://schemas.microsoft.com/office/drawing/2014/main" id="{E14F9495-7A28-D1DB-4B52-AA6A03120498}"/>
                </a:ext>
              </a:extLst>
            </p:cNvPr>
            <p:cNvSpPr/>
            <p:nvPr/>
          </p:nvSpPr>
          <p:spPr>
            <a:xfrm>
              <a:off x="211706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5" name="Oval 494">
              <a:extLst>
                <a:ext uri="{FF2B5EF4-FFF2-40B4-BE49-F238E27FC236}">
                  <a16:creationId xmlns:a16="http://schemas.microsoft.com/office/drawing/2014/main" id="{0F20EBD4-3C7D-13A8-8E8B-EDF55EB982FC}"/>
                </a:ext>
              </a:extLst>
            </p:cNvPr>
            <p:cNvSpPr/>
            <p:nvPr/>
          </p:nvSpPr>
          <p:spPr>
            <a:xfrm>
              <a:off x="227473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3F768C1A-342C-9E3C-8E7C-198859CD1DC3}"/>
                </a:ext>
              </a:extLst>
            </p:cNvPr>
            <p:cNvSpPr/>
            <p:nvPr/>
          </p:nvSpPr>
          <p:spPr>
            <a:xfrm>
              <a:off x="243240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7" name="Oval 496">
              <a:extLst>
                <a:ext uri="{FF2B5EF4-FFF2-40B4-BE49-F238E27FC236}">
                  <a16:creationId xmlns:a16="http://schemas.microsoft.com/office/drawing/2014/main" id="{AE99077D-0416-965F-2E8E-9003EF5F97E9}"/>
                </a:ext>
              </a:extLst>
            </p:cNvPr>
            <p:cNvSpPr/>
            <p:nvPr/>
          </p:nvSpPr>
          <p:spPr>
            <a:xfrm>
              <a:off x="259008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8" name="Oval 497">
              <a:extLst>
                <a:ext uri="{FF2B5EF4-FFF2-40B4-BE49-F238E27FC236}">
                  <a16:creationId xmlns:a16="http://schemas.microsoft.com/office/drawing/2014/main" id="{D8159EC3-65E1-0C54-DD75-C9F3E76584B5}"/>
                </a:ext>
              </a:extLst>
            </p:cNvPr>
            <p:cNvSpPr/>
            <p:nvPr/>
          </p:nvSpPr>
          <p:spPr>
            <a:xfrm>
              <a:off x="274775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9" name="Oval 498">
              <a:extLst>
                <a:ext uri="{FF2B5EF4-FFF2-40B4-BE49-F238E27FC236}">
                  <a16:creationId xmlns:a16="http://schemas.microsoft.com/office/drawing/2014/main" id="{6CA1D97E-1EE1-D3FB-9C3E-EA81E321E165}"/>
                </a:ext>
              </a:extLst>
            </p:cNvPr>
            <p:cNvSpPr/>
            <p:nvPr/>
          </p:nvSpPr>
          <p:spPr>
            <a:xfrm>
              <a:off x="290542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3ADD8F60-58BB-3B49-D905-EC926F96673F}"/>
                </a:ext>
              </a:extLst>
            </p:cNvPr>
            <p:cNvSpPr/>
            <p:nvPr/>
          </p:nvSpPr>
          <p:spPr>
            <a:xfrm>
              <a:off x="306310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1" name="Oval 500">
              <a:extLst>
                <a:ext uri="{FF2B5EF4-FFF2-40B4-BE49-F238E27FC236}">
                  <a16:creationId xmlns:a16="http://schemas.microsoft.com/office/drawing/2014/main" id="{4CBFE298-F88B-57C0-DB96-38DF34098F93}"/>
                </a:ext>
              </a:extLst>
            </p:cNvPr>
            <p:cNvSpPr/>
            <p:nvPr/>
          </p:nvSpPr>
          <p:spPr>
            <a:xfrm>
              <a:off x="322077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2" name="Oval 501">
              <a:extLst>
                <a:ext uri="{FF2B5EF4-FFF2-40B4-BE49-F238E27FC236}">
                  <a16:creationId xmlns:a16="http://schemas.microsoft.com/office/drawing/2014/main" id="{7340D2AC-5C50-8001-5A82-06582F11D6FB}"/>
                </a:ext>
              </a:extLst>
            </p:cNvPr>
            <p:cNvSpPr/>
            <p:nvPr/>
          </p:nvSpPr>
          <p:spPr>
            <a:xfrm>
              <a:off x="337844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3" name="Oval 502">
              <a:extLst>
                <a:ext uri="{FF2B5EF4-FFF2-40B4-BE49-F238E27FC236}">
                  <a16:creationId xmlns:a16="http://schemas.microsoft.com/office/drawing/2014/main" id="{6365BFC9-5A88-8C76-4FC0-E68F94FC25F6}"/>
                </a:ext>
              </a:extLst>
            </p:cNvPr>
            <p:cNvSpPr/>
            <p:nvPr/>
          </p:nvSpPr>
          <p:spPr>
            <a:xfrm>
              <a:off x="353612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871A615F-FF8C-01F1-DAEA-FF2A00FE164C}"/>
                </a:ext>
              </a:extLst>
            </p:cNvPr>
            <p:cNvSpPr/>
            <p:nvPr/>
          </p:nvSpPr>
          <p:spPr>
            <a:xfrm>
              <a:off x="369379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5" name="Oval 504">
              <a:extLst>
                <a:ext uri="{FF2B5EF4-FFF2-40B4-BE49-F238E27FC236}">
                  <a16:creationId xmlns:a16="http://schemas.microsoft.com/office/drawing/2014/main" id="{9141C98A-836F-9B93-8ADF-954443BD735A}"/>
                </a:ext>
              </a:extLst>
            </p:cNvPr>
            <p:cNvSpPr/>
            <p:nvPr/>
          </p:nvSpPr>
          <p:spPr>
            <a:xfrm>
              <a:off x="385146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514C2A56-1585-2AEE-D46A-D447E9E39BE0}"/>
                </a:ext>
              </a:extLst>
            </p:cNvPr>
            <p:cNvSpPr/>
            <p:nvPr/>
          </p:nvSpPr>
          <p:spPr>
            <a:xfrm>
              <a:off x="400913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7" name="Oval 506">
              <a:extLst>
                <a:ext uri="{FF2B5EF4-FFF2-40B4-BE49-F238E27FC236}">
                  <a16:creationId xmlns:a16="http://schemas.microsoft.com/office/drawing/2014/main" id="{5B8954C6-1CBA-FD25-8B48-743C967F219D}"/>
                </a:ext>
              </a:extLst>
            </p:cNvPr>
            <p:cNvSpPr/>
            <p:nvPr/>
          </p:nvSpPr>
          <p:spPr>
            <a:xfrm>
              <a:off x="416681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8" name="Oval 507">
              <a:extLst>
                <a:ext uri="{FF2B5EF4-FFF2-40B4-BE49-F238E27FC236}">
                  <a16:creationId xmlns:a16="http://schemas.microsoft.com/office/drawing/2014/main" id="{32D91783-4D3E-CDE6-7112-942188B799F0}"/>
                </a:ext>
              </a:extLst>
            </p:cNvPr>
            <p:cNvSpPr/>
            <p:nvPr/>
          </p:nvSpPr>
          <p:spPr>
            <a:xfrm>
              <a:off x="432448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9" name="Oval 508">
              <a:extLst>
                <a:ext uri="{FF2B5EF4-FFF2-40B4-BE49-F238E27FC236}">
                  <a16:creationId xmlns:a16="http://schemas.microsoft.com/office/drawing/2014/main" id="{929F7814-7C3A-A3E7-540E-183A340A5223}"/>
                </a:ext>
              </a:extLst>
            </p:cNvPr>
            <p:cNvSpPr/>
            <p:nvPr/>
          </p:nvSpPr>
          <p:spPr>
            <a:xfrm>
              <a:off x="448215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0" name="Oval 509">
              <a:extLst>
                <a:ext uri="{FF2B5EF4-FFF2-40B4-BE49-F238E27FC236}">
                  <a16:creationId xmlns:a16="http://schemas.microsoft.com/office/drawing/2014/main" id="{E10CB0E6-6AA6-B50E-D761-B9FC44B0C3CA}"/>
                </a:ext>
              </a:extLst>
            </p:cNvPr>
            <p:cNvSpPr/>
            <p:nvPr/>
          </p:nvSpPr>
          <p:spPr>
            <a:xfrm>
              <a:off x="463983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C755342A-59CC-783A-13E3-58274C45FC33}"/>
                </a:ext>
              </a:extLst>
            </p:cNvPr>
            <p:cNvSpPr/>
            <p:nvPr/>
          </p:nvSpPr>
          <p:spPr>
            <a:xfrm>
              <a:off x="479750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32ADC627-81D1-3055-ADD2-CCCFAC7D4608}"/>
                </a:ext>
              </a:extLst>
            </p:cNvPr>
            <p:cNvSpPr/>
            <p:nvPr/>
          </p:nvSpPr>
          <p:spPr>
            <a:xfrm>
              <a:off x="495517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3DCE4E47-BDCF-DCED-7423-D8552CA8BA8A}"/>
                </a:ext>
              </a:extLst>
            </p:cNvPr>
            <p:cNvSpPr/>
            <p:nvPr/>
          </p:nvSpPr>
          <p:spPr>
            <a:xfrm>
              <a:off x="511285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4" name="Oval 513">
              <a:extLst>
                <a:ext uri="{FF2B5EF4-FFF2-40B4-BE49-F238E27FC236}">
                  <a16:creationId xmlns:a16="http://schemas.microsoft.com/office/drawing/2014/main" id="{81CF99E6-5677-5EF8-AC6B-C5AF0073F8FD}"/>
                </a:ext>
              </a:extLst>
            </p:cNvPr>
            <p:cNvSpPr/>
            <p:nvPr/>
          </p:nvSpPr>
          <p:spPr>
            <a:xfrm>
              <a:off x="527052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5" name="Oval 514">
              <a:extLst>
                <a:ext uri="{FF2B5EF4-FFF2-40B4-BE49-F238E27FC236}">
                  <a16:creationId xmlns:a16="http://schemas.microsoft.com/office/drawing/2014/main" id="{94FE2329-6D86-DEF5-FF9B-4151960CFD66}"/>
                </a:ext>
              </a:extLst>
            </p:cNvPr>
            <p:cNvSpPr/>
            <p:nvPr/>
          </p:nvSpPr>
          <p:spPr>
            <a:xfrm>
              <a:off x="542819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6" name="Oval 515">
              <a:extLst>
                <a:ext uri="{FF2B5EF4-FFF2-40B4-BE49-F238E27FC236}">
                  <a16:creationId xmlns:a16="http://schemas.microsoft.com/office/drawing/2014/main" id="{DB5D89E5-FBC0-9A0E-03CD-655C7EB54354}"/>
                </a:ext>
              </a:extLst>
            </p:cNvPr>
            <p:cNvSpPr/>
            <p:nvPr/>
          </p:nvSpPr>
          <p:spPr>
            <a:xfrm>
              <a:off x="558586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7" name="Oval 516">
              <a:extLst>
                <a:ext uri="{FF2B5EF4-FFF2-40B4-BE49-F238E27FC236}">
                  <a16:creationId xmlns:a16="http://schemas.microsoft.com/office/drawing/2014/main" id="{810148CC-ABFE-E304-496E-2B972C020B87}"/>
                </a:ext>
              </a:extLst>
            </p:cNvPr>
            <p:cNvSpPr/>
            <p:nvPr/>
          </p:nvSpPr>
          <p:spPr>
            <a:xfrm>
              <a:off x="574354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F441DBD1-8C60-731E-F975-A932BD6F51A2}"/>
                </a:ext>
              </a:extLst>
            </p:cNvPr>
            <p:cNvSpPr/>
            <p:nvPr/>
          </p:nvSpPr>
          <p:spPr>
            <a:xfrm>
              <a:off x="590121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55E5BCCE-0C98-69A3-DCF2-1BA71523D12C}"/>
                </a:ext>
              </a:extLst>
            </p:cNvPr>
            <p:cNvSpPr/>
            <p:nvPr/>
          </p:nvSpPr>
          <p:spPr>
            <a:xfrm>
              <a:off x="605888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53632439-4D61-63D1-37E6-26438E177646}"/>
                </a:ext>
              </a:extLst>
            </p:cNvPr>
            <p:cNvSpPr/>
            <p:nvPr/>
          </p:nvSpPr>
          <p:spPr>
            <a:xfrm>
              <a:off x="621656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2733541A-9470-82CD-FC98-4718D59427CC}"/>
                </a:ext>
              </a:extLst>
            </p:cNvPr>
            <p:cNvSpPr/>
            <p:nvPr/>
          </p:nvSpPr>
          <p:spPr>
            <a:xfrm>
              <a:off x="637423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2" name="Oval 521">
              <a:extLst>
                <a:ext uri="{FF2B5EF4-FFF2-40B4-BE49-F238E27FC236}">
                  <a16:creationId xmlns:a16="http://schemas.microsoft.com/office/drawing/2014/main" id="{A1B47C9C-3F9A-11FE-9D36-71E658EA82EA}"/>
                </a:ext>
              </a:extLst>
            </p:cNvPr>
            <p:cNvSpPr/>
            <p:nvPr/>
          </p:nvSpPr>
          <p:spPr>
            <a:xfrm>
              <a:off x="653190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287F0403-9C8E-90A6-F8B2-E10953579D05}"/>
                </a:ext>
              </a:extLst>
            </p:cNvPr>
            <p:cNvSpPr/>
            <p:nvPr/>
          </p:nvSpPr>
          <p:spPr>
            <a:xfrm>
              <a:off x="668958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4656CDF1-A8C5-8176-5FB0-6A8019F99A8B}"/>
                </a:ext>
              </a:extLst>
            </p:cNvPr>
            <p:cNvSpPr/>
            <p:nvPr/>
          </p:nvSpPr>
          <p:spPr>
            <a:xfrm>
              <a:off x="684725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48E82128-79BE-A3F1-312D-E5EF2162D631}"/>
                </a:ext>
              </a:extLst>
            </p:cNvPr>
            <p:cNvSpPr/>
            <p:nvPr/>
          </p:nvSpPr>
          <p:spPr>
            <a:xfrm>
              <a:off x="700492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6D481A7B-E63F-96AA-DB8C-62B3CEAACD8F}"/>
                </a:ext>
              </a:extLst>
            </p:cNvPr>
            <p:cNvSpPr/>
            <p:nvPr/>
          </p:nvSpPr>
          <p:spPr>
            <a:xfrm>
              <a:off x="716259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1352E929-D402-91F6-CEA7-BBEBA48D8CB9}"/>
                </a:ext>
              </a:extLst>
            </p:cNvPr>
            <p:cNvSpPr/>
            <p:nvPr/>
          </p:nvSpPr>
          <p:spPr>
            <a:xfrm>
              <a:off x="732027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8" name="Oval 527">
              <a:extLst>
                <a:ext uri="{FF2B5EF4-FFF2-40B4-BE49-F238E27FC236}">
                  <a16:creationId xmlns:a16="http://schemas.microsoft.com/office/drawing/2014/main" id="{75AFBB5B-C14C-C69B-F7AC-C0BB72EAB79E}"/>
                </a:ext>
              </a:extLst>
            </p:cNvPr>
            <p:cNvSpPr/>
            <p:nvPr/>
          </p:nvSpPr>
          <p:spPr>
            <a:xfrm>
              <a:off x="747794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9" name="Oval 528">
              <a:extLst>
                <a:ext uri="{FF2B5EF4-FFF2-40B4-BE49-F238E27FC236}">
                  <a16:creationId xmlns:a16="http://schemas.microsoft.com/office/drawing/2014/main" id="{3E66478B-CD09-2DA4-6068-5FF5E3FAF717}"/>
                </a:ext>
              </a:extLst>
            </p:cNvPr>
            <p:cNvSpPr/>
            <p:nvPr/>
          </p:nvSpPr>
          <p:spPr>
            <a:xfrm>
              <a:off x="763561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0" name="Oval 529">
              <a:extLst>
                <a:ext uri="{FF2B5EF4-FFF2-40B4-BE49-F238E27FC236}">
                  <a16:creationId xmlns:a16="http://schemas.microsoft.com/office/drawing/2014/main" id="{E81D3A43-5F6E-147C-892B-99E3C8C85456}"/>
                </a:ext>
              </a:extLst>
            </p:cNvPr>
            <p:cNvSpPr/>
            <p:nvPr/>
          </p:nvSpPr>
          <p:spPr>
            <a:xfrm>
              <a:off x="779329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1" name="Oval 530">
              <a:extLst>
                <a:ext uri="{FF2B5EF4-FFF2-40B4-BE49-F238E27FC236}">
                  <a16:creationId xmlns:a16="http://schemas.microsoft.com/office/drawing/2014/main" id="{ED962A2A-5AD8-A526-F4FD-0B2A0B4191EF}"/>
                </a:ext>
              </a:extLst>
            </p:cNvPr>
            <p:cNvSpPr/>
            <p:nvPr/>
          </p:nvSpPr>
          <p:spPr>
            <a:xfrm>
              <a:off x="795096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2E6E359A-289E-1E27-A58B-0721234404D3}"/>
                </a:ext>
              </a:extLst>
            </p:cNvPr>
            <p:cNvSpPr/>
            <p:nvPr/>
          </p:nvSpPr>
          <p:spPr>
            <a:xfrm>
              <a:off x="810863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3" name="Oval 532">
              <a:extLst>
                <a:ext uri="{FF2B5EF4-FFF2-40B4-BE49-F238E27FC236}">
                  <a16:creationId xmlns:a16="http://schemas.microsoft.com/office/drawing/2014/main" id="{0C9D226A-E60B-ECB5-C374-31FA06D43876}"/>
                </a:ext>
              </a:extLst>
            </p:cNvPr>
            <p:cNvSpPr/>
            <p:nvPr/>
          </p:nvSpPr>
          <p:spPr>
            <a:xfrm>
              <a:off x="826631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4" name="Oval 533">
              <a:extLst>
                <a:ext uri="{FF2B5EF4-FFF2-40B4-BE49-F238E27FC236}">
                  <a16:creationId xmlns:a16="http://schemas.microsoft.com/office/drawing/2014/main" id="{8E291170-6E0C-0CA6-FFD9-9E842A79E666}"/>
                </a:ext>
              </a:extLst>
            </p:cNvPr>
            <p:cNvSpPr/>
            <p:nvPr/>
          </p:nvSpPr>
          <p:spPr>
            <a:xfrm>
              <a:off x="842398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5" name="Oval 534">
              <a:extLst>
                <a:ext uri="{FF2B5EF4-FFF2-40B4-BE49-F238E27FC236}">
                  <a16:creationId xmlns:a16="http://schemas.microsoft.com/office/drawing/2014/main" id="{D766263E-E805-BA45-E04F-E9316D6E853D}"/>
                </a:ext>
              </a:extLst>
            </p:cNvPr>
            <p:cNvSpPr/>
            <p:nvPr/>
          </p:nvSpPr>
          <p:spPr>
            <a:xfrm>
              <a:off x="858165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6" name="Oval 535">
              <a:extLst>
                <a:ext uri="{FF2B5EF4-FFF2-40B4-BE49-F238E27FC236}">
                  <a16:creationId xmlns:a16="http://schemas.microsoft.com/office/drawing/2014/main" id="{C61FFC35-1F4D-C28E-28E4-848A0977B75A}"/>
                </a:ext>
              </a:extLst>
            </p:cNvPr>
            <p:cNvSpPr/>
            <p:nvPr/>
          </p:nvSpPr>
          <p:spPr>
            <a:xfrm>
              <a:off x="873932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7675C967-744A-CA3E-02DC-05C130A9BD58}"/>
                </a:ext>
              </a:extLst>
            </p:cNvPr>
            <p:cNvSpPr/>
            <p:nvPr/>
          </p:nvSpPr>
          <p:spPr>
            <a:xfrm>
              <a:off x="889700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8" name="Oval 537">
              <a:extLst>
                <a:ext uri="{FF2B5EF4-FFF2-40B4-BE49-F238E27FC236}">
                  <a16:creationId xmlns:a16="http://schemas.microsoft.com/office/drawing/2014/main" id="{87F15745-7CD1-9C1F-118E-ACDEADA2388A}"/>
                </a:ext>
              </a:extLst>
            </p:cNvPr>
            <p:cNvSpPr/>
            <p:nvPr/>
          </p:nvSpPr>
          <p:spPr>
            <a:xfrm>
              <a:off x="905467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9" name="Oval 538">
              <a:extLst>
                <a:ext uri="{FF2B5EF4-FFF2-40B4-BE49-F238E27FC236}">
                  <a16:creationId xmlns:a16="http://schemas.microsoft.com/office/drawing/2014/main" id="{1F7FF0F0-EDEF-A403-7DA1-E73910A7DA28}"/>
                </a:ext>
              </a:extLst>
            </p:cNvPr>
            <p:cNvSpPr/>
            <p:nvPr/>
          </p:nvSpPr>
          <p:spPr>
            <a:xfrm>
              <a:off x="921234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1CB90870-2856-393D-4503-8F4A7B62A195}"/>
                </a:ext>
              </a:extLst>
            </p:cNvPr>
            <p:cNvSpPr/>
            <p:nvPr/>
          </p:nvSpPr>
          <p:spPr>
            <a:xfrm>
              <a:off x="937002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FC4EF149-B9B1-DBCC-72D9-98D7C77FC808}"/>
                </a:ext>
              </a:extLst>
            </p:cNvPr>
            <p:cNvSpPr/>
            <p:nvPr/>
          </p:nvSpPr>
          <p:spPr>
            <a:xfrm>
              <a:off x="952769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2" name="Oval 541">
              <a:extLst>
                <a:ext uri="{FF2B5EF4-FFF2-40B4-BE49-F238E27FC236}">
                  <a16:creationId xmlns:a16="http://schemas.microsoft.com/office/drawing/2014/main" id="{20947067-181D-897A-A2AD-6BFEDB188C48}"/>
                </a:ext>
              </a:extLst>
            </p:cNvPr>
            <p:cNvSpPr/>
            <p:nvPr/>
          </p:nvSpPr>
          <p:spPr>
            <a:xfrm>
              <a:off x="968536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3" name="Oval 542">
              <a:extLst>
                <a:ext uri="{FF2B5EF4-FFF2-40B4-BE49-F238E27FC236}">
                  <a16:creationId xmlns:a16="http://schemas.microsoft.com/office/drawing/2014/main" id="{B4A80C1D-F7A9-C1DF-C9EF-D1A96DFEBF96}"/>
                </a:ext>
              </a:extLst>
            </p:cNvPr>
            <p:cNvSpPr/>
            <p:nvPr/>
          </p:nvSpPr>
          <p:spPr>
            <a:xfrm>
              <a:off x="98430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4" name="Oval 543">
              <a:extLst>
                <a:ext uri="{FF2B5EF4-FFF2-40B4-BE49-F238E27FC236}">
                  <a16:creationId xmlns:a16="http://schemas.microsoft.com/office/drawing/2014/main" id="{CD050D82-6BA5-E130-AD2A-47F41B29EBC7}"/>
                </a:ext>
              </a:extLst>
            </p:cNvPr>
            <p:cNvSpPr/>
            <p:nvPr/>
          </p:nvSpPr>
          <p:spPr>
            <a:xfrm>
              <a:off x="1000071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6BC418C8-5F3F-EAD8-D358-F1A7523D2B95}"/>
                </a:ext>
              </a:extLst>
            </p:cNvPr>
            <p:cNvSpPr/>
            <p:nvPr/>
          </p:nvSpPr>
          <p:spPr>
            <a:xfrm>
              <a:off x="1015838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6" name="Oval 545">
              <a:extLst>
                <a:ext uri="{FF2B5EF4-FFF2-40B4-BE49-F238E27FC236}">
                  <a16:creationId xmlns:a16="http://schemas.microsoft.com/office/drawing/2014/main" id="{1CBBE737-AA4D-8A87-545A-8A0E5CE02336}"/>
                </a:ext>
              </a:extLst>
            </p:cNvPr>
            <p:cNvSpPr/>
            <p:nvPr/>
          </p:nvSpPr>
          <p:spPr>
            <a:xfrm>
              <a:off x="1031605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142E49FA-6408-5D17-BAE6-AEF32BC10B3C}"/>
                </a:ext>
              </a:extLst>
            </p:cNvPr>
            <p:cNvSpPr/>
            <p:nvPr/>
          </p:nvSpPr>
          <p:spPr>
            <a:xfrm>
              <a:off x="1047373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43E3A781-039F-C5D4-B928-29BA9BF309B4}"/>
                </a:ext>
              </a:extLst>
            </p:cNvPr>
            <p:cNvSpPr/>
            <p:nvPr/>
          </p:nvSpPr>
          <p:spPr>
            <a:xfrm>
              <a:off x="1063140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9" name="Oval 548">
              <a:extLst>
                <a:ext uri="{FF2B5EF4-FFF2-40B4-BE49-F238E27FC236}">
                  <a16:creationId xmlns:a16="http://schemas.microsoft.com/office/drawing/2014/main" id="{1B824951-F661-6C78-E243-6C8CC807D8CC}"/>
                </a:ext>
              </a:extLst>
            </p:cNvPr>
            <p:cNvSpPr/>
            <p:nvPr/>
          </p:nvSpPr>
          <p:spPr>
            <a:xfrm>
              <a:off x="1078907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0" name="Oval 549">
              <a:extLst>
                <a:ext uri="{FF2B5EF4-FFF2-40B4-BE49-F238E27FC236}">
                  <a16:creationId xmlns:a16="http://schemas.microsoft.com/office/drawing/2014/main" id="{5629D101-4EBD-E2A3-E6F5-1395FD24D77B}"/>
                </a:ext>
              </a:extLst>
            </p:cNvPr>
            <p:cNvSpPr/>
            <p:nvPr/>
          </p:nvSpPr>
          <p:spPr>
            <a:xfrm>
              <a:off x="1094675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1" name="Oval 550">
              <a:extLst>
                <a:ext uri="{FF2B5EF4-FFF2-40B4-BE49-F238E27FC236}">
                  <a16:creationId xmlns:a16="http://schemas.microsoft.com/office/drawing/2014/main" id="{6AA58AA3-97A6-302A-CAA0-4D38CEB603EE}"/>
                </a:ext>
              </a:extLst>
            </p:cNvPr>
            <p:cNvSpPr/>
            <p:nvPr/>
          </p:nvSpPr>
          <p:spPr>
            <a:xfrm>
              <a:off x="111044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CBBEBED5-B735-79BB-4B8B-40980213F72E}"/>
              </a:ext>
            </a:extLst>
          </p:cNvPr>
          <p:cNvGrpSpPr/>
          <p:nvPr/>
        </p:nvGrpSpPr>
        <p:grpSpPr>
          <a:xfrm>
            <a:off x="1013352" y="5444731"/>
            <a:ext cx="10163088" cy="72000"/>
            <a:chOff x="1013352" y="5124691"/>
            <a:chExt cx="10163088" cy="72000"/>
          </a:xfrm>
        </p:grpSpPr>
        <p:cxnSp>
          <p:nvCxnSpPr>
            <p:cNvPr id="553" name="Straight Connector 552">
              <a:extLst>
                <a:ext uri="{FF2B5EF4-FFF2-40B4-BE49-F238E27FC236}">
                  <a16:creationId xmlns:a16="http://schemas.microsoft.com/office/drawing/2014/main" id="{668A8C29-6540-CB3A-1B69-622934334573}"/>
                </a:ext>
              </a:extLst>
            </p:cNvPr>
            <p:cNvCxnSpPr>
              <a:cxnSpLocks/>
            </p:cNvCxnSpPr>
            <p:nvPr/>
          </p:nvCxnSpPr>
          <p:spPr>
            <a:xfrm>
              <a:off x="1051560" y="5160691"/>
              <a:ext cx="1008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4" name="Oval 553">
              <a:extLst>
                <a:ext uri="{FF2B5EF4-FFF2-40B4-BE49-F238E27FC236}">
                  <a16:creationId xmlns:a16="http://schemas.microsoft.com/office/drawing/2014/main" id="{0C2FA629-09E5-329E-8080-79E66EFA7E67}"/>
                </a:ext>
              </a:extLst>
            </p:cNvPr>
            <p:cNvSpPr/>
            <p:nvPr/>
          </p:nvSpPr>
          <p:spPr>
            <a:xfrm>
              <a:off x="101335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5" name="Oval 554">
              <a:extLst>
                <a:ext uri="{FF2B5EF4-FFF2-40B4-BE49-F238E27FC236}">
                  <a16:creationId xmlns:a16="http://schemas.microsoft.com/office/drawing/2014/main" id="{0353F313-9DF1-7375-C5CA-E46B48953F0C}"/>
                </a:ext>
              </a:extLst>
            </p:cNvPr>
            <p:cNvSpPr/>
            <p:nvPr/>
          </p:nvSpPr>
          <p:spPr>
            <a:xfrm>
              <a:off x="117102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6C91FD2F-F554-B0BA-6676-041CBEF87548}"/>
                </a:ext>
              </a:extLst>
            </p:cNvPr>
            <p:cNvSpPr/>
            <p:nvPr/>
          </p:nvSpPr>
          <p:spPr>
            <a:xfrm>
              <a:off x="132869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7" name="Oval 556">
              <a:extLst>
                <a:ext uri="{FF2B5EF4-FFF2-40B4-BE49-F238E27FC236}">
                  <a16:creationId xmlns:a16="http://schemas.microsoft.com/office/drawing/2014/main" id="{F5F6651B-33C7-34CD-7588-602004DE0A04}"/>
                </a:ext>
              </a:extLst>
            </p:cNvPr>
            <p:cNvSpPr/>
            <p:nvPr/>
          </p:nvSpPr>
          <p:spPr>
            <a:xfrm>
              <a:off x="148637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8" name="Oval 557">
              <a:extLst>
                <a:ext uri="{FF2B5EF4-FFF2-40B4-BE49-F238E27FC236}">
                  <a16:creationId xmlns:a16="http://schemas.microsoft.com/office/drawing/2014/main" id="{622BDC93-6B43-0DEA-E4CD-1D85BD8575FF}"/>
                </a:ext>
              </a:extLst>
            </p:cNvPr>
            <p:cNvSpPr/>
            <p:nvPr/>
          </p:nvSpPr>
          <p:spPr>
            <a:xfrm>
              <a:off x="164404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9" name="Oval 558">
              <a:extLst>
                <a:ext uri="{FF2B5EF4-FFF2-40B4-BE49-F238E27FC236}">
                  <a16:creationId xmlns:a16="http://schemas.microsoft.com/office/drawing/2014/main" id="{A4F8AF7D-9C90-B17F-2C54-052C5F4B62A9}"/>
                </a:ext>
              </a:extLst>
            </p:cNvPr>
            <p:cNvSpPr/>
            <p:nvPr/>
          </p:nvSpPr>
          <p:spPr>
            <a:xfrm>
              <a:off x="180171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0" name="Oval 559">
              <a:extLst>
                <a:ext uri="{FF2B5EF4-FFF2-40B4-BE49-F238E27FC236}">
                  <a16:creationId xmlns:a16="http://schemas.microsoft.com/office/drawing/2014/main" id="{72F89BD8-4D8D-3CA6-68F5-FAC6BA22A8AB}"/>
                </a:ext>
              </a:extLst>
            </p:cNvPr>
            <p:cNvSpPr/>
            <p:nvPr/>
          </p:nvSpPr>
          <p:spPr>
            <a:xfrm>
              <a:off x="195939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1" name="Oval 560">
              <a:extLst>
                <a:ext uri="{FF2B5EF4-FFF2-40B4-BE49-F238E27FC236}">
                  <a16:creationId xmlns:a16="http://schemas.microsoft.com/office/drawing/2014/main" id="{BE6D5ABA-ADDE-AE30-AD56-1F34B88B42FD}"/>
                </a:ext>
              </a:extLst>
            </p:cNvPr>
            <p:cNvSpPr/>
            <p:nvPr/>
          </p:nvSpPr>
          <p:spPr>
            <a:xfrm>
              <a:off x="211706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2" name="Oval 561">
              <a:extLst>
                <a:ext uri="{FF2B5EF4-FFF2-40B4-BE49-F238E27FC236}">
                  <a16:creationId xmlns:a16="http://schemas.microsoft.com/office/drawing/2014/main" id="{475D54A8-516E-B69E-2F7B-6196C7C10EE7}"/>
                </a:ext>
              </a:extLst>
            </p:cNvPr>
            <p:cNvSpPr/>
            <p:nvPr/>
          </p:nvSpPr>
          <p:spPr>
            <a:xfrm>
              <a:off x="227473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3" name="Oval 562">
              <a:extLst>
                <a:ext uri="{FF2B5EF4-FFF2-40B4-BE49-F238E27FC236}">
                  <a16:creationId xmlns:a16="http://schemas.microsoft.com/office/drawing/2014/main" id="{CD802FC9-6754-DCD8-BC36-862518262E35}"/>
                </a:ext>
              </a:extLst>
            </p:cNvPr>
            <p:cNvSpPr/>
            <p:nvPr/>
          </p:nvSpPr>
          <p:spPr>
            <a:xfrm>
              <a:off x="243240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4" name="Oval 563">
              <a:extLst>
                <a:ext uri="{FF2B5EF4-FFF2-40B4-BE49-F238E27FC236}">
                  <a16:creationId xmlns:a16="http://schemas.microsoft.com/office/drawing/2014/main" id="{D3B8CB76-DB40-00F4-5010-64321352F62E}"/>
                </a:ext>
              </a:extLst>
            </p:cNvPr>
            <p:cNvSpPr/>
            <p:nvPr/>
          </p:nvSpPr>
          <p:spPr>
            <a:xfrm>
              <a:off x="259008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5" name="Oval 564">
              <a:extLst>
                <a:ext uri="{FF2B5EF4-FFF2-40B4-BE49-F238E27FC236}">
                  <a16:creationId xmlns:a16="http://schemas.microsoft.com/office/drawing/2014/main" id="{C32CF6DE-936E-1E8D-63F5-7284D5648DA2}"/>
                </a:ext>
              </a:extLst>
            </p:cNvPr>
            <p:cNvSpPr/>
            <p:nvPr/>
          </p:nvSpPr>
          <p:spPr>
            <a:xfrm>
              <a:off x="274775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6" name="Oval 565">
              <a:extLst>
                <a:ext uri="{FF2B5EF4-FFF2-40B4-BE49-F238E27FC236}">
                  <a16:creationId xmlns:a16="http://schemas.microsoft.com/office/drawing/2014/main" id="{374FC15B-4803-7D9D-F0E3-306439B9FC91}"/>
                </a:ext>
              </a:extLst>
            </p:cNvPr>
            <p:cNvSpPr/>
            <p:nvPr/>
          </p:nvSpPr>
          <p:spPr>
            <a:xfrm>
              <a:off x="290542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5A0A4866-0315-8CCE-75F8-01622F4958E3}"/>
                </a:ext>
              </a:extLst>
            </p:cNvPr>
            <p:cNvSpPr/>
            <p:nvPr/>
          </p:nvSpPr>
          <p:spPr>
            <a:xfrm>
              <a:off x="306310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8" name="Oval 567">
              <a:extLst>
                <a:ext uri="{FF2B5EF4-FFF2-40B4-BE49-F238E27FC236}">
                  <a16:creationId xmlns:a16="http://schemas.microsoft.com/office/drawing/2014/main" id="{50BB252D-9954-C027-1E19-884722D529FC}"/>
                </a:ext>
              </a:extLst>
            </p:cNvPr>
            <p:cNvSpPr/>
            <p:nvPr/>
          </p:nvSpPr>
          <p:spPr>
            <a:xfrm>
              <a:off x="322077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9" name="Oval 568">
              <a:extLst>
                <a:ext uri="{FF2B5EF4-FFF2-40B4-BE49-F238E27FC236}">
                  <a16:creationId xmlns:a16="http://schemas.microsoft.com/office/drawing/2014/main" id="{B4D588E8-0184-E6A5-43E8-A39FCD693AB0}"/>
                </a:ext>
              </a:extLst>
            </p:cNvPr>
            <p:cNvSpPr/>
            <p:nvPr/>
          </p:nvSpPr>
          <p:spPr>
            <a:xfrm>
              <a:off x="337844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0" name="Oval 569">
              <a:extLst>
                <a:ext uri="{FF2B5EF4-FFF2-40B4-BE49-F238E27FC236}">
                  <a16:creationId xmlns:a16="http://schemas.microsoft.com/office/drawing/2014/main" id="{74F8E20E-C89D-644C-CEAD-B51D01FF5CDD}"/>
                </a:ext>
              </a:extLst>
            </p:cNvPr>
            <p:cNvSpPr/>
            <p:nvPr/>
          </p:nvSpPr>
          <p:spPr>
            <a:xfrm>
              <a:off x="353612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25B624D7-3253-6112-F3C4-90B518F928AD}"/>
                </a:ext>
              </a:extLst>
            </p:cNvPr>
            <p:cNvSpPr/>
            <p:nvPr/>
          </p:nvSpPr>
          <p:spPr>
            <a:xfrm>
              <a:off x="369379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BD06F3FC-A770-5692-EB14-1AD8818F589C}"/>
                </a:ext>
              </a:extLst>
            </p:cNvPr>
            <p:cNvSpPr/>
            <p:nvPr/>
          </p:nvSpPr>
          <p:spPr>
            <a:xfrm>
              <a:off x="385146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8BD3E357-581E-6FB5-848B-012818C9328D}"/>
                </a:ext>
              </a:extLst>
            </p:cNvPr>
            <p:cNvSpPr/>
            <p:nvPr/>
          </p:nvSpPr>
          <p:spPr>
            <a:xfrm>
              <a:off x="400913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4" name="Oval 573">
              <a:extLst>
                <a:ext uri="{FF2B5EF4-FFF2-40B4-BE49-F238E27FC236}">
                  <a16:creationId xmlns:a16="http://schemas.microsoft.com/office/drawing/2014/main" id="{36B0DD26-7C7C-FA0E-3E4F-44419C28E7D0}"/>
                </a:ext>
              </a:extLst>
            </p:cNvPr>
            <p:cNvSpPr/>
            <p:nvPr/>
          </p:nvSpPr>
          <p:spPr>
            <a:xfrm>
              <a:off x="416681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5" name="Oval 574">
              <a:extLst>
                <a:ext uri="{FF2B5EF4-FFF2-40B4-BE49-F238E27FC236}">
                  <a16:creationId xmlns:a16="http://schemas.microsoft.com/office/drawing/2014/main" id="{03D7BF4C-65B1-CE51-6772-C145BB1E4B17}"/>
                </a:ext>
              </a:extLst>
            </p:cNvPr>
            <p:cNvSpPr/>
            <p:nvPr/>
          </p:nvSpPr>
          <p:spPr>
            <a:xfrm>
              <a:off x="432448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4ADC131B-BF54-F674-76DF-9BA034E678B4}"/>
                </a:ext>
              </a:extLst>
            </p:cNvPr>
            <p:cNvSpPr/>
            <p:nvPr/>
          </p:nvSpPr>
          <p:spPr>
            <a:xfrm>
              <a:off x="448215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16D08DB9-FCAD-7137-B0F3-4D0DD0BBD5B0}"/>
                </a:ext>
              </a:extLst>
            </p:cNvPr>
            <p:cNvSpPr/>
            <p:nvPr/>
          </p:nvSpPr>
          <p:spPr>
            <a:xfrm>
              <a:off x="463983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B0245764-7823-0C3B-957A-94EDD0D72842}"/>
                </a:ext>
              </a:extLst>
            </p:cNvPr>
            <p:cNvSpPr/>
            <p:nvPr/>
          </p:nvSpPr>
          <p:spPr>
            <a:xfrm>
              <a:off x="479750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7621016A-E341-2328-DC9F-4EA419CAED3A}"/>
                </a:ext>
              </a:extLst>
            </p:cNvPr>
            <p:cNvSpPr/>
            <p:nvPr/>
          </p:nvSpPr>
          <p:spPr>
            <a:xfrm>
              <a:off x="495517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A6DDC631-4A1E-BC6E-8B1D-5AAB61347A59}"/>
                </a:ext>
              </a:extLst>
            </p:cNvPr>
            <p:cNvSpPr/>
            <p:nvPr/>
          </p:nvSpPr>
          <p:spPr>
            <a:xfrm>
              <a:off x="511285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1" name="Oval 580">
              <a:extLst>
                <a:ext uri="{FF2B5EF4-FFF2-40B4-BE49-F238E27FC236}">
                  <a16:creationId xmlns:a16="http://schemas.microsoft.com/office/drawing/2014/main" id="{145CE195-B582-6E56-5F47-8092263849A5}"/>
                </a:ext>
              </a:extLst>
            </p:cNvPr>
            <p:cNvSpPr/>
            <p:nvPr/>
          </p:nvSpPr>
          <p:spPr>
            <a:xfrm>
              <a:off x="527052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2" name="Oval 581">
              <a:extLst>
                <a:ext uri="{FF2B5EF4-FFF2-40B4-BE49-F238E27FC236}">
                  <a16:creationId xmlns:a16="http://schemas.microsoft.com/office/drawing/2014/main" id="{D7735003-C414-8758-621C-AF0E8EFCB57C}"/>
                </a:ext>
              </a:extLst>
            </p:cNvPr>
            <p:cNvSpPr/>
            <p:nvPr/>
          </p:nvSpPr>
          <p:spPr>
            <a:xfrm>
              <a:off x="542819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3" name="Oval 582">
              <a:extLst>
                <a:ext uri="{FF2B5EF4-FFF2-40B4-BE49-F238E27FC236}">
                  <a16:creationId xmlns:a16="http://schemas.microsoft.com/office/drawing/2014/main" id="{40DAD22F-AE0A-1506-0B52-90A98C419086}"/>
                </a:ext>
              </a:extLst>
            </p:cNvPr>
            <p:cNvSpPr/>
            <p:nvPr/>
          </p:nvSpPr>
          <p:spPr>
            <a:xfrm>
              <a:off x="558586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B71DE4A6-98AB-2CCE-B6C7-B7AFF0A7D1C5}"/>
                </a:ext>
              </a:extLst>
            </p:cNvPr>
            <p:cNvSpPr/>
            <p:nvPr/>
          </p:nvSpPr>
          <p:spPr>
            <a:xfrm>
              <a:off x="574354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5" name="Oval 584">
              <a:extLst>
                <a:ext uri="{FF2B5EF4-FFF2-40B4-BE49-F238E27FC236}">
                  <a16:creationId xmlns:a16="http://schemas.microsoft.com/office/drawing/2014/main" id="{A591BD88-4553-DFF2-F301-42B6FBCB4C6B}"/>
                </a:ext>
              </a:extLst>
            </p:cNvPr>
            <p:cNvSpPr/>
            <p:nvPr/>
          </p:nvSpPr>
          <p:spPr>
            <a:xfrm>
              <a:off x="590121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3B2C0F2F-CC95-4849-8386-99422C13A621}"/>
                </a:ext>
              </a:extLst>
            </p:cNvPr>
            <p:cNvSpPr/>
            <p:nvPr/>
          </p:nvSpPr>
          <p:spPr>
            <a:xfrm>
              <a:off x="605888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97324000-6370-429D-5851-B7E63765AEE5}"/>
                </a:ext>
              </a:extLst>
            </p:cNvPr>
            <p:cNvSpPr/>
            <p:nvPr/>
          </p:nvSpPr>
          <p:spPr>
            <a:xfrm>
              <a:off x="621656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E16B4D3E-4B48-C134-AC7A-5171DDCCFA54}"/>
                </a:ext>
              </a:extLst>
            </p:cNvPr>
            <p:cNvSpPr/>
            <p:nvPr/>
          </p:nvSpPr>
          <p:spPr>
            <a:xfrm>
              <a:off x="637423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215CC196-D1CC-6D37-7053-7763603387CD}"/>
                </a:ext>
              </a:extLst>
            </p:cNvPr>
            <p:cNvSpPr/>
            <p:nvPr/>
          </p:nvSpPr>
          <p:spPr>
            <a:xfrm>
              <a:off x="653190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0" name="Oval 589">
              <a:extLst>
                <a:ext uri="{FF2B5EF4-FFF2-40B4-BE49-F238E27FC236}">
                  <a16:creationId xmlns:a16="http://schemas.microsoft.com/office/drawing/2014/main" id="{A2AC2EA5-AFB2-E420-0E89-0E148392F6D4}"/>
                </a:ext>
              </a:extLst>
            </p:cNvPr>
            <p:cNvSpPr/>
            <p:nvPr/>
          </p:nvSpPr>
          <p:spPr>
            <a:xfrm>
              <a:off x="668958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8174D628-C5F4-1B16-4242-6A9D96BE5317}"/>
                </a:ext>
              </a:extLst>
            </p:cNvPr>
            <p:cNvSpPr/>
            <p:nvPr/>
          </p:nvSpPr>
          <p:spPr>
            <a:xfrm>
              <a:off x="684725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2" name="Oval 591">
              <a:extLst>
                <a:ext uri="{FF2B5EF4-FFF2-40B4-BE49-F238E27FC236}">
                  <a16:creationId xmlns:a16="http://schemas.microsoft.com/office/drawing/2014/main" id="{7199327C-5425-DD7F-740F-8F29BABDF80D}"/>
                </a:ext>
              </a:extLst>
            </p:cNvPr>
            <p:cNvSpPr/>
            <p:nvPr/>
          </p:nvSpPr>
          <p:spPr>
            <a:xfrm>
              <a:off x="700492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3" name="Oval 592">
              <a:extLst>
                <a:ext uri="{FF2B5EF4-FFF2-40B4-BE49-F238E27FC236}">
                  <a16:creationId xmlns:a16="http://schemas.microsoft.com/office/drawing/2014/main" id="{4C80C353-1489-B37C-4195-6932BA547F76}"/>
                </a:ext>
              </a:extLst>
            </p:cNvPr>
            <p:cNvSpPr/>
            <p:nvPr/>
          </p:nvSpPr>
          <p:spPr>
            <a:xfrm>
              <a:off x="716259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4" name="Oval 593">
              <a:extLst>
                <a:ext uri="{FF2B5EF4-FFF2-40B4-BE49-F238E27FC236}">
                  <a16:creationId xmlns:a16="http://schemas.microsoft.com/office/drawing/2014/main" id="{C5EDB446-3D99-EE6B-EEB6-F6C3F93F207B}"/>
                </a:ext>
              </a:extLst>
            </p:cNvPr>
            <p:cNvSpPr/>
            <p:nvPr/>
          </p:nvSpPr>
          <p:spPr>
            <a:xfrm>
              <a:off x="732027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CEA68EE7-216B-F884-62EF-1CE9507D0A34}"/>
                </a:ext>
              </a:extLst>
            </p:cNvPr>
            <p:cNvSpPr/>
            <p:nvPr/>
          </p:nvSpPr>
          <p:spPr>
            <a:xfrm>
              <a:off x="747794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6" name="Oval 595">
              <a:extLst>
                <a:ext uri="{FF2B5EF4-FFF2-40B4-BE49-F238E27FC236}">
                  <a16:creationId xmlns:a16="http://schemas.microsoft.com/office/drawing/2014/main" id="{546CD693-22DC-525D-21A7-F3AF2B908E9C}"/>
                </a:ext>
              </a:extLst>
            </p:cNvPr>
            <p:cNvSpPr/>
            <p:nvPr/>
          </p:nvSpPr>
          <p:spPr>
            <a:xfrm>
              <a:off x="763561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AEC79F97-129E-FD87-7C8B-5DC33F4021DD}"/>
                </a:ext>
              </a:extLst>
            </p:cNvPr>
            <p:cNvSpPr/>
            <p:nvPr/>
          </p:nvSpPr>
          <p:spPr>
            <a:xfrm>
              <a:off x="779329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CC92F980-1412-3AE8-43DD-B89214F8CD79}"/>
                </a:ext>
              </a:extLst>
            </p:cNvPr>
            <p:cNvSpPr/>
            <p:nvPr/>
          </p:nvSpPr>
          <p:spPr>
            <a:xfrm>
              <a:off x="795096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DB4E2811-2D55-65AF-578E-9D1D4BE548E5}"/>
                </a:ext>
              </a:extLst>
            </p:cNvPr>
            <p:cNvSpPr/>
            <p:nvPr/>
          </p:nvSpPr>
          <p:spPr>
            <a:xfrm>
              <a:off x="810863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DF342A74-C45A-65F3-3126-FFAC7B30E89B}"/>
                </a:ext>
              </a:extLst>
            </p:cNvPr>
            <p:cNvSpPr/>
            <p:nvPr/>
          </p:nvSpPr>
          <p:spPr>
            <a:xfrm>
              <a:off x="826631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1FB48AE4-02BC-7DD9-9ECC-DE2D7F24F67B}"/>
                </a:ext>
              </a:extLst>
            </p:cNvPr>
            <p:cNvSpPr/>
            <p:nvPr/>
          </p:nvSpPr>
          <p:spPr>
            <a:xfrm>
              <a:off x="842398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D8CE0896-9ED7-15AA-EB35-DEF9B39A7025}"/>
                </a:ext>
              </a:extLst>
            </p:cNvPr>
            <p:cNvSpPr/>
            <p:nvPr/>
          </p:nvSpPr>
          <p:spPr>
            <a:xfrm>
              <a:off x="858165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35CFCCCF-7BA8-8722-573C-F48E3EBE58A6}"/>
                </a:ext>
              </a:extLst>
            </p:cNvPr>
            <p:cNvSpPr/>
            <p:nvPr/>
          </p:nvSpPr>
          <p:spPr>
            <a:xfrm>
              <a:off x="873932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04F3E3BD-A646-DC9F-2F66-EF134002CF12}"/>
                </a:ext>
              </a:extLst>
            </p:cNvPr>
            <p:cNvSpPr/>
            <p:nvPr/>
          </p:nvSpPr>
          <p:spPr>
            <a:xfrm>
              <a:off x="889700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067997BA-B16F-40E2-EA8C-62968B891CF4}"/>
                </a:ext>
              </a:extLst>
            </p:cNvPr>
            <p:cNvSpPr/>
            <p:nvPr/>
          </p:nvSpPr>
          <p:spPr>
            <a:xfrm>
              <a:off x="905467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616379CA-79C5-3148-08FB-42122E99524B}"/>
                </a:ext>
              </a:extLst>
            </p:cNvPr>
            <p:cNvSpPr/>
            <p:nvPr/>
          </p:nvSpPr>
          <p:spPr>
            <a:xfrm>
              <a:off x="921234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CC91BC7D-094C-76E9-EB8A-51E224EEDCBE}"/>
                </a:ext>
              </a:extLst>
            </p:cNvPr>
            <p:cNvSpPr/>
            <p:nvPr/>
          </p:nvSpPr>
          <p:spPr>
            <a:xfrm>
              <a:off x="937002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1D74A284-250B-7519-8E3A-57874421582C}"/>
                </a:ext>
              </a:extLst>
            </p:cNvPr>
            <p:cNvSpPr/>
            <p:nvPr/>
          </p:nvSpPr>
          <p:spPr>
            <a:xfrm>
              <a:off x="952769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31815AFA-8093-85D3-8182-0DC3EB24CE06}"/>
                </a:ext>
              </a:extLst>
            </p:cNvPr>
            <p:cNvSpPr/>
            <p:nvPr/>
          </p:nvSpPr>
          <p:spPr>
            <a:xfrm>
              <a:off x="968536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1B6EA986-82B0-515B-8654-7EDAFA816EF7}"/>
                </a:ext>
              </a:extLst>
            </p:cNvPr>
            <p:cNvSpPr/>
            <p:nvPr/>
          </p:nvSpPr>
          <p:spPr>
            <a:xfrm>
              <a:off x="98430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1" name="Oval 610">
              <a:extLst>
                <a:ext uri="{FF2B5EF4-FFF2-40B4-BE49-F238E27FC236}">
                  <a16:creationId xmlns:a16="http://schemas.microsoft.com/office/drawing/2014/main" id="{11C51832-C10E-2ADE-0009-BB0CF637DB07}"/>
                </a:ext>
              </a:extLst>
            </p:cNvPr>
            <p:cNvSpPr/>
            <p:nvPr/>
          </p:nvSpPr>
          <p:spPr>
            <a:xfrm>
              <a:off x="1000071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F622675D-24E0-AE65-D9D9-F1A220CFFA77}"/>
                </a:ext>
              </a:extLst>
            </p:cNvPr>
            <p:cNvSpPr/>
            <p:nvPr/>
          </p:nvSpPr>
          <p:spPr>
            <a:xfrm>
              <a:off x="1015838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C0A06BB0-F503-D047-076B-F1BEC461B692}"/>
                </a:ext>
              </a:extLst>
            </p:cNvPr>
            <p:cNvSpPr/>
            <p:nvPr/>
          </p:nvSpPr>
          <p:spPr>
            <a:xfrm>
              <a:off x="1031605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562CCEC1-DD7A-DB7D-8C44-64D628F09CA5}"/>
                </a:ext>
              </a:extLst>
            </p:cNvPr>
            <p:cNvSpPr/>
            <p:nvPr/>
          </p:nvSpPr>
          <p:spPr>
            <a:xfrm>
              <a:off x="1047373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6057C919-DCA8-D645-69D8-1C6946F52D2E}"/>
                </a:ext>
              </a:extLst>
            </p:cNvPr>
            <p:cNvSpPr/>
            <p:nvPr/>
          </p:nvSpPr>
          <p:spPr>
            <a:xfrm>
              <a:off x="1063140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6" name="Oval 615">
              <a:extLst>
                <a:ext uri="{FF2B5EF4-FFF2-40B4-BE49-F238E27FC236}">
                  <a16:creationId xmlns:a16="http://schemas.microsoft.com/office/drawing/2014/main" id="{E6CCA6FB-A5D2-62AA-2803-CFDB01D87982}"/>
                </a:ext>
              </a:extLst>
            </p:cNvPr>
            <p:cNvSpPr/>
            <p:nvPr/>
          </p:nvSpPr>
          <p:spPr>
            <a:xfrm>
              <a:off x="1078907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CA23CD17-4514-5E3C-20E8-F2F83412B13D}"/>
                </a:ext>
              </a:extLst>
            </p:cNvPr>
            <p:cNvSpPr/>
            <p:nvPr/>
          </p:nvSpPr>
          <p:spPr>
            <a:xfrm>
              <a:off x="1094675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8" name="Oval 617">
              <a:extLst>
                <a:ext uri="{FF2B5EF4-FFF2-40B4-BE49-F238E27FC236}">
                  <a16:creationId xmlns:a16="http://schemas.microsoft.com/office/drawing/2014/main" id="{A81FEB61-24A0-12C7-2D07-2A8334EA2A2E}"/>
                </a:ext>
              </a:extLst>
            </p:cNvPr>
            <p:cNvSpPr/>
            <p:nvPr/>
          </p:nvSpPr>
          <p:spPr>
            <a:xfrm>
              <a:off x="111044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19" name="Group 618">
            <a:extLst>
              <a:ext uri="{FF2B5EF4-FFF2-40B4-BE49-F238E27FC236}">
                <a16:creationId xmlns:a16="http://schemas.microsoft.com/office/drawing/2014/main" id="{DA80E42F-24A8-4BC9-8224-3C1FFBC79EAD}"/>
              </a:ext>
            </a:extLst>
          </p:cNvPr>
          <p:cNvGrpSpPr/>
          <p:nvPr/>
        </p:nvGrpSpPr>
        <p:grpSpPr>
          <a:xfrm>
            <a:off x="1013352" y="5570461"/>
            <a:ext cx="10163088" cy="72000"/>
            <a:chOff x="1013352" y="5124691"/>
            <a:chExt cx="10163088" cy="72000"/>
          </a:xfrm>
        </p:grpSpPr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B337B286-69FB-C29A-F034-F06551637A4E}"/>
                </a:ext>
              </a:extLst>
            </p:cNvPr>
            <p:cNvCxnSpPr>
              <a:cxnSpLocks/>
            </p:cNvCxnSpPr>
            <p:nvPr/>
          </p:nvCxnSpPr>
          <p:spPr>
            <a:xfrm>
              <a:off x="1051560" y="5160691"/>
              <a:ext cx="1008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73068713-AD15-D215-D02E-2304EB2F51A8}"/>
                </a:ext>
              </a:extLst>
            </p:cNvPr>
            <p:cNvSpPr/>
            <p:nvPr/>
          </p:nvSpPr>
          <p:spPr>
            <a:xfrm>
              <a:off x="101335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2" name="Oval 621">
              <a:extLst>
                <a:ext uri="{FF2B5EF4-FFF2-40B4-BE49-F238E27FC236}">
                  <a16:creationId xmlns:a16="http://schemas.microsoft.com/office/drawing/2014/main" id="{136B6438-DFBF-D1FD-CD27-A7A17E81F4D9}"/>
                </a:ext>
              </a:extLst>
            </p:cNvPr>
            <p:cNvSpPr/>
            <p:nvPr/>
          </p:nvSpPr>
          <p:spPr>
            <a:xfrm>
              <a:off x="117102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9F2A1287-BFFD-616E-5BA6-D80A3BD7FBC4}"/>
                </a:ext>
              </a:extLst>
            </p:cNvPr>
            <p:cNvSpPr/>
            <p:nvPr/>
          </p:nvSpPr>
          <p:spPr>
            <a:xfrm>
              <a:off x="132869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627CA50A-0EE2-6C31-A51C-AD353A6B95E7}"/>
                </a:ext>
              </a:extLst>
            </p:cNvPr>
            <p:cNvSpPr/>
            <p:nvPr/>
          </p:nvSpPr>
          <p:spPr>
            <a:xfrm>
              <a:off x="148637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838ED97F-90B1-C8A7-715A-D87D65DA830D}"/>
                </a:ext>
              </a:extLst>
            </p:cNvPr>
            <p:cNvSpPr/>
            <p:nvPr/>
          </p:nvSpPr>
          <p:spPr>
            <a:xfrm>
              <a:off x="164404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6" name="Oval 625">
              <a:extLst>
                <a:ext uri="{FF2B5EF4-FFF2-40B4-BE49-F238E27FC236}">
                  <a16:creationId xmlns:a16="http://schemas.microsoft.com/office/drawing/2014/main" id="{8B10EF61-93EB-234D-E421-1D11C8320FC3}"/>
                </a:ext>
              </a:extLst>
            </p:cNvPr>
            <p:cNvSpPr/>
            <p:nvPr/>
          </p:nvSpPr>
          <p:spPr>
            <a:xfrm>
              <a:off x="180171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7" name="Oval 626">
              <a:extLst>
                <a:ext uri="{FF2B5EF4-FFF2-40B4-BE49-F238E27FC236}">
                  <a16:creationId xmlns:a16="http://schemas.microsoft.com/office/drawing/2014/main" id="{DB198465-5E97-C65E-72BE-0DF132FEEC76}"/>
                </a:ext>
              </a:extLst>
            </p:cNvPr>
            <p:cNvSpPr/>
            <p:nvPr/>
          </p:nvSpPr>
          <p:spPr>
            <a:xfrm>
              <a:off x="195939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7837F0C7-CD5B-2046-A948-35ED5E453544}"/>
                </a:ext>
              </a:extLst>
            </p:cNvPr>
            <p:cNvSpPr/>
            <p:nvPr/>
          </p:nvSpPr>
          <p:spPr>
            <a:xfrm>
              <a:off x="211706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9" name="Oval 628">
              <a:extLst>
                <a:ext uri="{FF2B5EF4-FFF2-40B4-BE49-F238E27FC236}">
                  <a16:creationId xmlns:a16="http://schemas.microsoft.com/office/drawing/2014/main" id="{FEE17DEA-F349-3165-241F-26F936F8A356}"/>
                </a:ext>
              </a:extLst>
            </p:cNvPr>
            <p:cNvSpPr/>
            <p:nvPr/>
          </p:nvSpPr>
          <p:spPr>
            <a:xfrm>
              <a:off x="227473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0" name="Oval 629">
              <a:extLst>
                <a:ext uri="{FF2B5EF4-FFF2-40B4-BE49-F238E27FC236}">
                  <a16:creationId xmlns:a16="http://schemas.microsoft.com/office/drawing/2014/main" id="{F1AB3F2E-0B85-47B1-F80D-7164FC3CF0ED}"/>
                </a:ext>
              </a:extLst>
            </p:cNvPr>
            <p:cNvSpPr/>
            <p:nvPr/>
          </p:nvSpPr>
          <p:spPr>
            <a:xfrm>
              <a:off x="243240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F02E7F09-6D29-BA55-4C6A-91398D80841D}"/>
                </a:ext>
              </a:extLst>
            </p:cNvPr>
            <p:cNvSpPr/>
            <p:nvPr/>
          </p:nvSpPr>
          <p:spPr>
            <a:xfrm>
              <a:off x="259008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2" name="Oval 631">
              <a:extLst>
                <a:ext uri="{FF2B5EF4-FFF2-40B4-BE49-F238E27FC236}">
                  <a16:creationId xmlns:a16="http://schemas.microsoft.com/office/drawing/2014/main" id="{40F3AD2E-269B-CA58-EF41-96B84A437961}"/>
                </a:ext>
              </a:extLst>
            </p:cNvPr>
            <p:cNvSpPr/>
            <p:nvPr/>
          </p:nvSpPr>
          <p:spPr>
            <a:xfrm>
              <a:off x="274775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3" name="Oval 632">
              <a:extLst>
                <a:ext uri="{FF2B5EF4-FFF2-40B4-BE49-F238E27FC236}">
                  <a16:creationId xmlns:a16="http://schemas.microsoft.com/office/drawing/2014/main" id="{9E6BD577-35C9-2D25-81B6-92C12746B2F0}"/>
                </a:ext>
              </a:extLst>
            </p:cNvPr>
            <p:cNvSpPr/>
            <p:nvPr/>
          </p:nvSpPr>
          <p:spPr>
            <a:xfrm>
              <a:off x="290542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4" name="Oval 633">
              <a:extLst>
                <a:ext uri="{FF2B5EF4-FFF2-40B4-BE49-F238E27FC236}">
                  <a16:creationId xmlns:a16="http://schemas.microsoft.com/office/drawing/2014/main" id="{65AB0DF2-D2F0-B7A3-E9AA-F7F93D0572D3}"/>
                </a:ext>
              </a:extLst>
            </p:cNvPr>
            <p:cNvSpPr/>
            <p:nvPr/>
          </p:nvSpPr>
          <p:spPr>
            <a:xfrm>
              <a:off x="306310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514A3245-4977-8F11-B1C4-A29EC7E876E4}"/>
                </a:ext>
              </a:extLst>
            </p:cNvPr>
            <p:cNvSpPr/>
            <p:nvPr/>
          </p:nvSpPr>
          <p:spPr>
            <a:xfrm>
              <a:off x="322077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6" name="Oval 635">
              <a:extLst>
                <a:ext uri="{FF2B5EF4-FFF2-40B4-BE49-F238E27FC236}">
                  <a16:creationId xmlns:a16="http://schemas.microsoft.com/office/drawing/2014/main" id="{32403FAA-274E-5851-983C-4B4EEE4D74C5}"/>
                </a:ext>
              </a:extLst>
            </p:cNvPr>
            <p:cNvSpPr/>
            <p:nvPr/>
          </p:nvSpPr>
          <p:spPr>
            <a:xfrm>
              <a:off x="337844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7" name="Oval 636">
              <a:extLst>
                <a:ext uri="{FF2B5EF4-FFF2-40B4-BE49-F238E27FC236}">
                  <a16:creationId xmlns:a16="http://schemas.microsoft.com/office/drawing/2014/main" id="{423096EC-7962-66BC-E107-CC95372DF27D}"/>
                </a:ext>
              </a:extLst>
            </p:cNvPr>
            <p:cNvSpPr/>
            <p:nvPr/>
          </p:nvSpPr>
          <p:spPr>
            <a:xfrm>
              <a:off x="353612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6B7C65B7-36E2-4E89-AFAA-D50D2944EB42}"/>
                </a:ext>
              </a:extLst>
            </p:cNvPr>
            <p:cNvSpPr/>
            <p:nvPr/>
          </p:nvSpPr>
          <p:spPr>
            <a:xfrm>
              <a:off x="369379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9" name="Oval 638">
              <a:extLst>
                <a:ext uri="{FF2B5EF4-FFF2-40B4-BE49-F238E27FC236}">
                  <a16:creationId xmlns:a16="http://schemas.microsoft.com/office/drawing/2014/main" id="{93464029-4B73-35B9-9047-29C664A66E52}"/>
                </a:ext>
              </a:extLst>
            </p:cNvPr>
            <p:cNvSpPr/>
            <p:nvPr/>
          </p:nvSpPr>
          <p:spPr>
            <a:xfrm>
              <a:off x="385146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2E8B59F2-669E-30A5-B4B4-D402211583C3}"/>
                </a:ext>
              </a:extLst>
            </p:cNvPr>
            <p:cNvSpPr/>
            <p:nvPr/>
          </p:nvSpPr>
          <p:spPr>
            <a:xfrm>
              <a:off x="400913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1" name="Oval 640">
              <a:extLst>
                <a:ext uri="{FF2B5EF4-FFF2-40B4-BE49-F238E27FC236}">
                  <a16:creationId xmlns:a16="http://schemas.microsoft.com/office/drawing/2014/main" id="{90FB34EE-6589-BD66-E5D8-E04E4493665C}"/>
                </a:ext>
              </a:extLst>
            </p:cNvPr>
            <p:cNvSpPr/>
            <p:nvPr/>
          </p:nvSpPr>
          <p:spPr>
            <a:xfrm>
              <a:off x="416681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2" name="Oval 641">
              <a:extLst>
                <a:ext uri="{FF2B5EF4-FFF2-40B4-BE49-F238E27FC236}">
                  <a16:creationId xmlns:a16="http://schemas.microsoft.com/office/drawing/2014/main" id="{8CD05542-C62A-3C6C-A07B-7B9748903C1B}"/>
                </a:ext>
              </a:extLst>
            </p:cNvPr>
            <p:cNvSpPr/>
            <p:nvPr/>
          </p:nvSpPr>
          <p:spPr>
            <a:xfrm>
              <a:off x="432448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3" name="Oval 642">
              <a:extLst>
                <a:ext uri="{FF2B5EF4-FFF2-40B4-BE49-F238E27FC236}">
                  <a16:creationId xmlns:a16="http://schemas.microsoft.com/office/drawing/2014/main" id="{C59957CC-4AE0-BFA2-C2F4-E852F2AD96A9}"/>
                </a:ext>
              </a:extLst>
            </p:cNvPr>
            <p:cNvSpPr/>
            <p:nvPr/>
          </p:nvSpPr>
          <p:spPr>
            <a:xfrm>
              <a:off x="448215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4" name="Oval 643">
              <a:extLst>
                <a:ext uri="{FF2B5EF4-FFF2-40B4-BE49-F238E27FC236}">
                  <a16:creationId xmlns:a16="http://schemas.microsoft.com/office/drawing/2014/main" id="{F74BA036-517D-A13B-CAAE-F1B3A3368446}"/>
                </a:ext>
              </a:extLst>
            </p:cNvPr>
            <p:cNvSpPr/>
            <p:nvPr/>
          </p:nvSpPr>
          <p:spPr>
            <a:xfrm>
              <a:off x="463983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5" name="Oval 644">
              <a:extLst>
                <a:ext uri="{FF2B5EF4-FFF2-40B4-BE49-F238E27FC236}">
                  <a16:creationId xmlns:a16="http://schemas.microsoft.com/office/drawing/2014/main" id="{804EC381-36C4-5A82-DDAF-1D922BC23D3E}"/>
                </a:ext>
              </a:extLst>
            </p:cNvPr>
            <p:cNvSpPr/>
            <p:nvPr/>
          </p:nvSpPr>
          <p:spPr>
            <a:xfrm>
              <a:off x="479750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6" name="Oval 645">
              <a:extLst>
                <a:ext uri="{FF2B5EF4-FFF2-40B4-BE49-F238E27FC236}">
                  <a16:creationId xmlns:a16="http://schemas.microsoft.com/office/drawing/2014/main" id="{67110BB9-9239-10C0-CAC7-4B8B224AF243}"/>
                </a:ext>
              </a:extLst>
            </p:cNvPr>
            <p:cNvSpPr/>
            <p:nvPr/>
          </p:nvSpPr>
          <p:spPr>
            <a:xfrm>
              <a:off x="495517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05F405B5-59C3-5D67-F2A8-971D2996DD3E}"/>
                </a:ext>
              </a:extLst>
            </p:cNvPr>
            <p:cNvSpPr/>
            <p:nvPr/>
          </p:nvSpPr>
          <p:spPr>
            <a:xfrm>
              <a:off x="511285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8" name="Oval 647">
              <a:extLst>
                <a:ext uri="{FF2B5EF4-FFF2-40B4-BE49-F238E27FC236}">
                  <a16:creationId xmlns:a16="http://schemas.microsoft.com/office/drawing/2014/main" id="{FA6AC0AA-7061-349A-B4BC-50C9A1801EAB}"/>
                </a:ext>
              </a:extLst>
            </p:cNvPr>
            <p:cNvSpPr/>
            <p:nvPr/>
          </p:nvSpPr>
          <p:spPr>
            <a:xfrm>
              <a:off x="527052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9" name="Oval 648">
              <a:extLst>
                <a:ext uri="{FF2B5EF4-FFF2-40B4-BE49-F238E27FC236}">
                  <a16:creationId xmlns:a16="http://schemas.microsoft.com/office/drawing/2014/main" id="{6EC2CDAC-AF9B-149A-FDD6-4E4A45AD2732}"/>
                </a:ext>
              </a:extLst>
            </p:cNvPr>
            <p:cNvSpPr/>
            <p:nvPr/>
          </p:nvSpPr>
          <p:spPr>
            <a:xfrm>
              <a:off x="542819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0" name="Oval 649">
              <a:extLst>
                <a:ext uri="{FF2B5EF4-FFF2-40B4-BE49-F238E27FC236}">
                  <a16:creationId xmlns:a16="http://schemas.microsoft.com/office/drawing/2014/main" id="{5F5AE937-76F6-3DA3-53FB-0C0F5F07ED5B}"/>
                </a:ext>
              </a:extLst>
            </p:cNvPr>
            <p:cNvSpPr/>
            <p:nvPr/>
          </p:nvSpPr>
          <p:spPr>
            <a:xfrm>
              <a:off x="558586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1" name="Oval 650">
              <a:extLst>
                <a:ext uri="{FF2B5EF4-FFF2-40B4-BE49-F238E27FC236}">
                  <a16:creationId xmlns:a16="http://schemas.microsoft.com/office/drawing/2014/main" id="{9ECD0B56-E636-BD20-4BA8-AD29A3653BD3}"/>
                </a:ext>
              </a:extLst>
            </p:cNvPr>
            <p:cNvSpPr/>
            <p:nvPr/>
          </p:nvSpPr>
          <p:spPr>
            <a:xfrm>
              <a:off x="574354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2" name="Oval 651">
              <a:extLst>
                <a:ext uri="{FF2B5EF4-FFF2-40B4-BE49-F238E27FC236}">
                  <a16:creationId xmlns:a16="http://schemas.microsoft.com/office/drawing/2014/main" id="{AE02AAD2-7E11-585B-3338-40F06F79CCD5}"/>
                </a:ext>
              </a:extLst>
            </p:cNvPr>
            <p:cNvSpPr/>
            <p:nvPr/>
          </p:nvSpPr>
          <p:spPr>
            <a:xfrm>
              <a:off x="590121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3" name="Oval 652">
              <a:extLst>
                <a:ext uri="{FF2B5EF4-FFF2-40B4-BE49-F238E27FC236}">
                  <a16:creationId xmlns:a16="http://schemas.microsoft.com/office/drawing/2014/main" id="{7B4259B0-0D65-C841-270D-3C762A15E0BA}"/>
                </a:ext>
              </a:extLst>
            </p:cNvPr>
            <p:cNvSpPr/>
            <p:nvPr/>
          </p:nvSpPr>
          <p:spPr>
            <a:xfrm>
              <a:off x="605888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0DBF2AAF-18CC-6F9E-05A5-C55FAABE7A3C}"/>
                </a:ext>
              </a:extLst>
            </p:cNvPr>
            <p:cNvSpPr/>
            <p:nvPr/>
          </p:nvSpPr>
          <p:spPr>
            <a:xfrm>
              <a:off x="621656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5" name="Oval 654">
              <a:extLst>
                <a:ext uri="{FF2B5EF4-FFF2-40B4-BE49-F238E27FC236}">
                  <a16:creationId xmlns:a16="http://schemas.microsoft.com/office/drawing/2014/main" id="{AB3F4CA3-97E4-3C23-3E26-8A916A3F4BEE}"/>
                </a:ext>
              </a:extLst>
            </p:cNvPr>
            <p:cNvSpPr/>
            <p:nvPr/>
          </p:nvSpPr>
          <p:spPr>
            <a:xfrm>
              <a:off x="637423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6" name="Oval 655">
              <a:extLst>
                <a:ext uri="{FF2B5EF4-FFF2-40B4-BE49-F238E27FC236}">
                  <a16:creationId xmlns:a16="http://schemas.microsoft.com/office/drawing/2014/main" id="{36C41E0C-0A39-8823-865B-BF8CF500C30F}"/>
                </a:ext>
              </a:extLst>
            </p:cNvPr>
            <p:cNvSpPr/>
            <p:nvPr/>
          </p:nvSpPr>
          <p:spPr>
            <a:xfrm>
              <a:off x="653190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7" name="Oval 656">
              <a:extLst>
                <a:ext uri="{FF2B5EF4-FFF2-40B4-BE49-F238E27FC236}">
                  <a16:creationId xmlns:a16="http://schemas.microsoft.com/office/drawing/2014/main" id="{F4F50DBE-3FFC-56D1-A023-918F36DA9758}"/>
                </a:ext>
              </a:extLst>
            </p:cNvPr>
            <p:cNvSpPr/>
            <p:nvPr/>
          </p:nvSpPr>
          <p:spPr>
            <a:xfrm>
              <a:off x="668958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8" name="Oval 657">
              <a:extLst>
                <a:ext uri="{FF2B5EF4-FFF2-40B4-BE49-F238E27FC236}">
                  <a16:creationId xmlns:a16="http://schemas.microsoft.com/office/drawing/2014/main" id="{D5099FFE-E5B7-E3F0-C341-EF8AF9CE8C42}"/>
                </a:ext>
              </a:extLst>
            </p:cNvPr>
            <p:cNvSpPr/>
            <p:nvPr/>
          </p:nvSpPr>
          <p:spPr>
            <a:xfrm>
              <a:off x="684725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9" name="Oval 658">
              <a:extLst>
                <a:ext uri="{FF2B5EF4-FFF2-40B4-BE49-F238E27FC236}">
                  <a16:creationId xmlns:a16="http://schemas.microsoft.com/office/drawing/2014/main" id="{735B2893-4043-34E7-3631-8AFBED1C9C85}"/>
                </a:ext>
              </a:extLst>
            </p:cNvPr>
            <p:cNvSpPr/>
            <p:nvPr/>
          </p:nvSpPr>
          <p:spPr>
            <a:xfrm>
              <a:off x="700492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0" name="Oval 659">
              <a:extLst>
                <a:ext uri="{FF2B5EF4-FFF2-40B4-BE49-F238E27FC236}">
                  <a16:creationId xmlns:a16="http://schemas.microsoft.com/office/drawing/2014/main" id="{6DCA5882-4098-3654-DC63-37352D58E64B}"/>
                </a:ext>
              </a:extLst>
            </p:cNvPr>
            <p:cNvSpPr/>
            <p:nvPr/>
          </p:nvSpPr>
          <p:spPr>
            <a:xfrm>
              <a:off x="716259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302F0148-0372-DD6E-7F89-E93FB677E256}"/>
                </a:ext>
              </a:extLst>
            </p:cNvPr>
            <p:cNvSpPr/>
            <p:nvPr/>
          </p:nvSpPr>
          <p:spPr>
            <a:xfrm>
              <a:off x="732027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3FDB519E-174E-6F31-CBD8-5E9F0F38A4C4}"/>
                </a:ext>
              </a:extLst>
            </p:cNvPr>
            <p:cNvSpPr/>
            <p:nvPr/>
          </p:nvSpPr>
          <p:spPr>
            <a:xfrm>
              <a:off x="747794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3" name="Oval 662">
              <a:extLst>
                <a:ext uri="{FF2B5EF4-FFF2-40B4-BE49-F238E27FC236}">
                  <a16:creationId xmlns:a16="http://schemas.microsoft.com/office/drawing/2014/main" id="{B31CFB2B-2E52-1035-B08B-65715324E87C}"/>
                </a:ext>
              </a:extLst>
            </p:cNvPr>
            <p:cNvSpPr/>
            <p:nvPr/>
          </p:nvSpPr>
          <p:spPr>
            <a:xfrm>
              <a:off x="763561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64D13599-37A0-B5F2-121B-FF7DF0F8B494}"/>
                </a:ext>
              </a:extLst>
            </p:cNvPr>
            <p:cNvSpPr/>
            <p:nvPr/>
          </p:nvSpPr>
          <p:spPr>
            <a:xfrm>
              <a:off x="779329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01C3001F-110B-FDF5-79EF-6B0B26B8B9EA}"/>
                </a:ext>
              </a:extLst>
            </p:cNvPr>
            <p:cNvSpPr/>
            <p:nvPr/>
          </p:nvSpPr>
          <p:spPr>
            <a:xfrm>
              <a:off x="795096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6" name="Oval 665">
              <a:extLst>
                <a:ext uri="{FF2B5EF4-FFF2-40B4-BE49-F238E27FC236}">
                  <a16:creationId xmlns:a16="http://schemas.microsoft.com/office/drawing/2014/main" id="{97628159-D8DE-C535-8033-E04CCC2DB7EE}"/>
                </a:ext>
              </a:extLst>
            </p:cNvPr>
            <p:cNvSpPr/>
            <p:nvPr/>
          </p:nvSpPr>
          <p:spPr>
            <a:xfrm>
              <a:off x="810863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7" name="Oval 666">
              <a:extLst>
                <a:ext uri="{FF2B5EF4-FFF2-40B4-BE49-F238E27FC236}">
                  <a16:creationId xmlns:a16="http://schemas.microsoft.com/office/drawing/2014/main" id="{48339885-CDE2-F46F-FDEB-B1E942A03C1C}"/>
                </a:ext>
              </a:extLst>
            </p:cNvPr>
            <p:cNvSpPr/>
            <p:nvPr/>
          </p:nvSpPr>
          <p:spPr>
            <a:xfrm>
              <a:off x="826631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8" name="Oval 667">
              <a:extLst>
                <a:ext uri="{FF2B5EF4-FFF2-40B4-BE49-F238E27FC236}">
                  <a16:creationId xmlns:a16="http://schemas.microsoft.com/office/drawing/2014/main" id="{0C63FD30-D994-AA1C-9009-C6CDE7F3F8F8}"/>
                </a:ext>
              </a:extLst>
            </p:cNvPr>
            <p:cNvSpPr/>
            <p:nvPr/>
          </p:nvSpPr>
          <p:spPr>
            <a:xfrm>
              <a:off x="842398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9" name="Oval 668">
              <a:extLst>
                <a:ext uri="{FF2B5EF4-FFF2-40B4-BE49-F238E27FC236}">
                  <a16:creationId xmlns:a16="http://schemas.microsoft.com/office/drawing/2014/main" id="{7FCF3574-B789-2537-B566-7ACF76FC9F35}"/>
                </a:ext>
              </a:extLst>
            </p:cNvPr>
            <p:cNvSpPr/>
            <p:nvPr/>
          </p:nvSpPr>
          <p:spPr>
            <a:xfrm>
              <a:off x="858165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0" name="Oval 669">
              <a:extLst>
                <a:ext uri="{FF2B5EF4-FFF2-40B4-BE49-F238E27FC236}">
                  <a16:creationId xmlns:a16="http://schemas.microsoft.com/office/drawing/2014/main" id="{0115CAA1-29A6-5452-6551-BE8073B52F46}"/>
                </a:ext>
              </a:extLst>
            </p:cNvPr>
            <p:cNvSpPr/>
            <p:nvPr/>
          </p:nvSpPr>
          <p:spPr>
            <a:xfrm>
              <a:off x="873932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1" name="Oval 670">
              <a:extLst>
                <a:ext uri="{FF2B5EF4-FFF2-40B4-BE49-F238E27FC236}">
                  <a16:creationId xmlns:a16="http://schemas.microsoft.com/office/drawing/2014/main" id="{E6343078-7158-C663-8976-C84A26CBE449}"/>
                </a:ext>
              </a:extLst>
            </p:cNvPr>
            <p:cNvSpPr/>
            <p:nvPr/>
          </p:nvSpPr>
          <p:spPr>
            <a:xfrm>
              <a:off x="889700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2" name="Oval 671">
              <a:extLst>
                <a:ext uri="{FF2B5EF4-FFF2-40B4-BE49-F238E27FC236}">
                  <a16:creationId xmlns:a16="http://schemas.microsoft.com/office/drawing/2014/main" id="{7C9436CC-0DBB-EFB6-FB73-C432C77ECBB3}"/>
                </a:ext>
              </a:extLst>
            </p:cNvPr>
            <p:cNvSpPr/>
            <p:nvPr/>
          </p:nvSpPr>
          <p:spPr>
            <a:xfrm>
              <a:off x="905467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3" name="Oval 672">
              <a:extLst>
                <a:ext uri="{FF2B5EF4-FFF2-40B4-BE49-F238E27FC236}">
                  <a16:creationId xmlns:a16="http://schemas.microsoft.com/office/drawing/2014/main" id="{63CCDC8D-9FF8-2756-60BE-FEF2AF1C711C}"/>
                </a:ext>
              </a:extLst>
            </p:cNvPr>
            <p:cNvSpPr/>
            <p:nvPr/>
          </p:nvSpPr>
          <p:spPr>
            <a:xfrm>
              <a:off x="921234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4" name="Oval 673">
              <a:extLst>
                <a:ext uri="{FF2B5EF4-FFF2-40B4-BE49-F238E27FC236}">
                  <a16:creationId xmlns:a16="http://schemas.microsoft.com/office/drawing/2014/main" id="{40C2A970-CC2B-F466-972A-28BEFF8F1D42}"/>
                </a:ext>
              </a:extLst>
            </p:cNvPr>
            <p:cNvSpPr/>
            <p:nvPr/>
          </p:nvSpPr>
          <p:spPr>
            <a:xfrm>
              <a:off x="937002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5" name="Oval 674">
              <a:extLst>
                <a:ext uri="{FF2B5EF4-FFF2-40B4-BE49-F238E27FC236}">
                  <a16:creationId xmlns:a16="http://schemas.microsoft.com/office/drawing/2014/main" id="{0758B499-23E4-BDCD-745F-FEF32AE0DC43}"/>
                </a:ext>
              </a:extLst>
            </p:cNvPr>
            <p:cNvSpPr/>
            <p:nvPr/>
          </p:nvSpPr>
          <p:spPr>
            <a:xfrm>
              <a:off x="952769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6" name="Oval 675">
              <a:extLst>
                <a:ext uri="{FF2B5EF4-FFF2-40B4-BE49-F238E27FC236}">
                  <a16:creationId xmlns:a16="http://schemas.microsoft.com/office/drawing/2014/main" id="{9010F51F-CC8B-0237-9177-362E784D6642}"/>
                </a:ext>
              </a:extLst>
            </p:cNvPr>
            <p:cNvSpPr/>
            <p:nvPr/>
          </p:nvSpPr>
          <p:spPr>
            <a:xfrm>
              <a:off x="968536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7" name="Oval 676">
              <a:extLst>
                <a:ext uri="{FF2B5EF4-FFF2-40B4-BE49-F238E27FC236}">
                  <a16:creationId xmlns:a16="http://schemas.microsoft.com/office/drawing/2014/main" id="{7719BE53-3D3B-F567-A286-B02706C7DBE0}"/>
                </a:ext>
              </a:extLst>
            </p:cNvPr>
            <p:cNvSpPr/>
            <p:nvPr/>
          </p:nvSpPr>
          <p:spPr>
            <a:xfrm>
              <a:off x="98430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8" name="Oval 677">
              <a:extLst>
                <a:ext uri="{FF2B5EF4-FFF2-40B4-BE49-F238E27FC236}">
                  <a16:creationId xmlns:a16="http://schemas.microsoft.com/office/drawing/2014/main" id="{C297E454-7689-FCCD-3D66-192D8FAB3D7C}"/>
                </a:ext>
              </a:extLst>
            </p:cNvPr>
            <p:cNvSpPr/>
            <p:nvPr/>
          </p:nvSpPr>
          <p:spPr>
            <a:xfrm>
              <a:off x="1000071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9" name="Oval 678">
              <a:extLst>
                <a:ext uri="{FF2B5EF4-FFF2-40B4-BE49-F238E27FC236}">
                  <a16:creationId xmlns:a16="http://schemas.microsoft.com/office/drawing/2014/main" id="{33800E23-E72A-1CFD-3266-038058110745}"/>
                </a:ext>
              </a:extLst>
            </p:cNvPr>
            <p:cNvSpPr/>
            <p:nvPr/>
          </p:nvSpPr>
          <p:spPr>
            <a:xfrm>
              <a:off x="1015838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0" name="Oval 679">
              <a:extLst>
                <a:ext uri="{FF2B5EF4-FFF2-40B4-BE49-F238E27FC236}">
                  <a16:creationId xmlns:a16="http://schemas.microsoft.com/office/drawing/2014/main" id="{D499195A-D830-4AA6-D70A-1911C939434F}"/>
                </a:ext>
              </a:extLst>
            </p:cNvPr>
            <p:cNvSpPr/>
            <p:nvPr/>
          </p:nvSpPr>
          <p:spPr>
            <a:xfrm>
              <a:off x="1031605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1" name="Oval 680">
              <a:extLst>
                <a:ext uri="{FF2B5EF4-FFF2-40B4-BE49-F238E27FC236}">
                  <a16:creationId xmlns:a16="http://schemas.microsoft.com/office/drawing/2014/main" id="{CAE3F3ED-2D1B-FFBB-5143-45B07864BC90}"/>
                </a:ext>
              </a:extLst>
            </p:cNvPr>
            <p:cNvSpPr/>
            <p:nvPr/>
          </p:nvSpPr>
          <p:spPr>
            <a:xfrm>
              <a:off x="1047373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82" name="Oval 681">
              <a:extLst>
                <a:ext uri="{FF2B5EF4-FFF2-40B4-BE49-F238E27FC236}">
                  <a16:creationId xmlns:a16="http://schemas.microsoft.com/office/drawing/2014/main" id="{D157C041-8516-8D8E-F56C-A230B82ED262}"/>
                </a:ext>
              </a:extLst>
            </p:cNvPr>
            <p:cNvSpPr/>
            <p:nvPr/>
          </p:nvSpPr>
          <p:spPr>
            <a:xfrm>
              <a:off x="1063140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3" name="Oval 682">
              <a:extLst>
                <a:ext uri="{FF2B5EF4-FFF2-40B4-BE49-F238E27FC236}">
                  <a16:creationId xmlns:a16="http://schemas.microsoft.com/office/drawing/2014/main" id="{8B38C5B1-A727-8E4C-9740-161E41D2A5D4}"/>
                </a:ext>
              </a:extLst>
            </p:cNvPr>
            <p:cNvSpPr/>
            <p:nvPr/>
          </p:nvSpPr>
          <p:spPr>
            <a:xfrm>
              <a:off x="1078907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4" name="Oval 683">
              <a:extLst>
                <a:ext uri="{FF2B5EF4-FFF2-40B4-BE49-F238E27FC236}">
                  <a16:creationId xmlns:a16="http://schemas.microsoft.com/office/drawing/2014/main" id="{1678C0F0-6126-E26C-BF5F-4313AD81EA26}"/>
                </a:ext>
              </a:extLst>
            </p:cNvPr>
            <p:cNvSpPr/>
            <p:nvPr/>
          </p:nvSpPr>
          <p:spPr>
            <a:xfrm>
              <a:off x="1094675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5" name="Oval 684">
              <a:extLst>
                <a:ext uri="{FF2B5EF4-FFF2-40B4-BE49-F238E27FC236}">
                  <a16:creationId xmlns:a16="http://schemas.microsoft.com/office/drawing/2014/main" id="{477D94C1-85E8-C66D-7972-160CF23FF037}"/>
                </a:ext>
              </a:extLst>
            </p:cNvPr>
            <p:cNvSpPr/>
            <p:nvPr/>
          </p:nvSpPr>
          <p:spPr>
            <a:xfrm>
              <a:off x="111044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86" name="Group 685">
            <a:extLst>
              <a:ext uri="{FF2B5EF4-FFF2-40B4-BE49-F238E27FC236}">
                <a16:creationId xmlns:a16="http://schemas.microsoft.com/office/drawing/2014/main" id="{C70A5771-D7B2-4410-D131-6B00D620C79E}"/>
              </a:ext>
            </a:extLst>
          </p:cNvPr>
          <p:cNvGrpSpPr/>
          <p:nvPr/>
        </p:nvGrpSpPr>
        <p:grpSpPr>
          <a:xfrm>
            <a:off x="1013352" y="5696191"/>
            <a:ext cx="10163088" cy="72000"/>
            <a:chOff x="1013352" y="5124691"/>
            <a:chExt cx="10163088" cy="72000"/>
          </a:xfrm>
        </p:grpSpPr>
        <p:cxnSp>
          <p:nvCxnSpPr>
            <p:cNvPr id="687" name="Straight Connector 686">
              <a:extLst>
                <a:ext uri="{FF2B5EF4-FFF2-40B4-BE49-F238E27FC236}">
                  <a16:creationId xmlns:a16="http://schemas.microsoft.com/office/drawing/2014/main" id="{EC451A19-1F40-0D62-F9A7-FB081159D847}"/>
                </a:ext>
              </a:extLst>
            </p:cNvPr>
            <p:cNvCxnSpPr>
              <a:cxnSpLocks/>
            </p:cNvCxnSpPr>
            <p:nvPr/>
          </p:nvCxnSpPr>
          <p:spPr>
            <a:xfrm>
              <a:off x="1051560" y="5160691"/>
              <a:ext cx="1008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8FDD9E4D-79AF-727A-B0D5-D1EFE42EFF26}"/>
                </a:ext>
              </a:extLst>
            </p:cNvPr>
            <p:cNvSpPr/>
            <p:nvPr/>
          </p:nvSpPr>
          <p:spPr>
            <a:xfrm>
              <a:off x="101335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9" name="Oval 688">
              <a:extLst>
                <a:ext uri="{FF2B5EF4-FFF2-40B4-BE49-F238E27FC236}">
                  <a16:creationId xmlns:a16="http://schemas.microsoft.com/office/drawing/2014/main" id="{F3278C41-1CCA-80F6-A51F-9BE165A5FEB0}"/>
                </a:ext>
              </a:extLst>
            </p:cNvPr>
            <p:cNvSpPr/>
            <p:nvPr/>
          </p:nvSpPr>
          <p:spPr>
            <a:xfrm>
              <a:off x="117102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0" name="Oval 689">
              <a:extLst>
                <a:ext uri="{FF2B5EF4-FFF2-40B4-BE49-F238E27FC236}">
                  <a16:creationId xmlns:a16="http://schemas.microsoft.com/office/drawing/2014/main" id="{CCAD69EE-234F-CCC4-F19D-60B532E06397}"/>
                </a:ext>
              </a:extLst>
            </p:cNvPr>
            <p:cNvSpPr/>
            <p:nvPr/>
          </p:nvSpPr>
          <p:spPr>
            <a:xfrm>
              <a:off x="132869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AA90D60D-AD7C-291F-DCD3-E6B496178C66}"/>
                </a:ext>
              </a:extLst>
            </p:cNvPr>
            <p:cNvSpPr/>
            <p:nvPr/>
          </p:nvSpPr>
          <p:spPr>
            <a:xfrm>
              <a:off x="148637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134EDF7E-9672-E385-8475-553ECB1067D5}"/>
                </a:ext>
              </a:extLst>
            </p:cNvPr>
            <p:cNvSpPr/>
            <p:nvPr/>
          </p:nvSpPr>
          <p:spPr>
            <a:xfrm>
              <a:off x="164404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3" name="Oval 692">
              <a:extLst>
                <a:ext uri="{FF2B5EF4-FFF2-40B4-BE49-F238E27FC236}">
                  <a16:creationId xmlns:a16="http://schemas.microsoft.com/office/drawing/2014/main" id="{1FFE0DFD-28C6-74B1-A90A-5ABC03C45CB9}"/>
                </a:ext>
              </a:extLst>
            </p:cNvPr>
            <p:cNvSpPr/>
            <p:nvPr/>
          </p:nvSpPr>
          <p:spPr>
            <a:xfrm>
              <a:off x="180171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4" name="Oval 693">
              <a:extLst>
                <a:ext uri="{FF2B5EF4-FFF2-40B4-BE49-F238E27FC236}">
                  <a16:creationId xmlns:a16="http://schemas.microsoft.com/office/drawing/2014/main" id="{25AFE1D6-E6E6-47D9-3B19-816B24B9B7B8}"/>
                </a:ext>
              </a:extLst>
            </p:cNvPr>
            <p:cNvSpPr/>
            <p:nvPr/>
          </p:nvSpPr>
          <p:spPr>
            <a:xfrm>
              <a:off x="195939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5" name="Oval 694">
              <a:extLst>
                <a:ext uri="{FF2B5EF4-FFF2-40B4-BE49-F238E27FC236}">
                  <a16:creationId xmlns:a16="http://schemas.microsoft.com/office/drawing/2014/main" id="{4C6CD8CE-F2D6-8BA4-9BA3-DD6545288D79}"/>
                </a:ext>
              </a:extLst>
            </p:cNvPr>
            <p:cNvSpPr/>
            <p:nvPr/>
          </p:nvSpPr>
          <p:spPr>
            <a:xfrm>
              <a:off x="211706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6" name="Oval 695">
              <a:extLst>
                <a:ext uri="{FF2B5EF4-FFF2-40B4-BE49-F238E27FC236}">
                  <a16:creationId xmlns:a16="http://schemas.microsoft.com/office/drawing/2014/main" id="{A57952ED-48CF-514B-51DE-C015C6C8A687}"/>
                </a:ext>
              </a:extLst>
            </p:cNvPr>
            <p:cNvSpPr/>
            <p:nvPr/>
          </p:nvSpPr>
          <p:spPr>
            <a:xfrm>
              <a:off x="227473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7" name="Oval 696">
              <a:extLst>
                <a:ext uri="{FF2B5EF4-FFF2-40B4-BE49-F238E27FC236}">
                  <a16:creationId xmlns:a16="http://schemas.microsoft.com/office/drawing/2014/main" id="{5C861F3D-C261-CA64-E9B1-1A888353D997}"/>
                </a:ext>
              </a:extLst>
            </p:cNvPr>
            <p:cNvSpPr/>
            <p:nvPr/>
          </p:nvSpPr>
          <p:spPr>
            <a:xfrm>
              <a:off x="243240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8" name="Oval 697">
              <a:extLst>
                <a:ext uri="{FF2B5EF4-FFF2-40B4-BE49-F238E27FC236}">
                  <a16:creationId xmlns:a16="http://schemas.microsoft.com/office/drawing/2014/main" id="{CFD7AD37-4F47-A459-2EE5-25B055E1A7FE}"/>
                </a:ext>
              </a:extLst>
            </p:cNvPr>
            <p:cNvSpPr/>
            <p:nvPr/>
          </p:nvSpPr>
          <p:spPr>
            <a:xfrm>
              <a:off x="259008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9" name="Oval 698">
              <a:extLst>
                <a:ext uri="{FF2B5EF4-FFF2-40B4-BE49-F238E27FC236}">
                  <a16:creationId xmlns:a16="http://schemas.microsoft.com/office/drawing/2014/main" id="{2D2485F3-3B41-BE6C-DB4B-EFA0C118234C}"/>
                </a:ext>
              </a:extLst>
            </p:cNvPr>
            <p:cNvSpPr/>
            <p:nvPr/>
          </p:nvSpPr>
          <p:spPr>
            <a:xfrm>
              <a:off x="274775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0" name="Oval 699">
              <a:extLst>
                <a:ext uri="{FF2B5EF4-FFF2-40B4-BE49-F238E27FC236}">
                  <a16:creationId xmlns:a16="http://schemas.microsoft.com/office/drawing/2014/main" id="{6498CDC9-BB24-23E6-24BA-21EFD98F642D}"/>
                </a:ext>
              </a:extLst>
            </p:cNvPr>
            <p:cNvSpPr/>
            <p:nvPr/>
          </p:nvSpPr>
          <p:spPr>
            <a:xfrm>
              <a:off x="290542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1" name="Oval 700">
              <a:extLst>
                <a:ext uri="{FF2B5EF4-FFF2-40B4-BE49-F238E27FC236}">
                  <a16:creationId xmlns:a16="http://schemas.microsoft.com/office/drawing/2014/main" id="{DC099966-C2AB-413B-2472-9791499B2E7B}"/>
                </a:ext>
              </a:extLst>
            </p:cNvPr>
            <p:cNvSpPr/>
            <p:nvPr/>
          </p:nvSpPr>
          <p:spPr>
            <a:xfrm>
              <a:off x="306310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2" name="Oval 701">
              <a:extLst>
                <a:ext uri="{FF2B5EF4-FFF2-40B4-BE49-F238E27FC236}">
                  <a16:creationId xmlns:a16="http://schemas.microsoft.com/office/drawing/2014/main" id="{26C62D8E-0A5B-E808-BCEB-DCEB63B9FAD7}"/>
                </a:ext>
              </a:extLst>
            </p:cNvPr>
            <p:cNvSpPr/>
            <p:nvPr/>
          </p:nvSpPr>
          <p:spPr>
            <a:xfrm>
              <a:off x="322077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3" name="Oval 702">
              <a:extLst>
                <a:ext uri="{FF2B5EF4-FFF2-40B4-BE49-F238E27FC236}">
                  <a16:creationId xmlns:a16="http://schemas.microsoft.com/office/drawing/2014/main" id="{2CBC3258-886D-316B-3226-618C12D2945C}"/>
                </a:ext>
              </a:extLst>
            </p:cNvPr>
            <p:cNvSpPr/>
            <p:nvPr/>
          </p:nvSpPr>
          <p:spPr>
            <a:xfrm>
              <a:off x="337844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4" name="Oval 703">
              <a:extLst>
                <a:ext uri="{FF2B5EF4-FFF2-40B4-BE49-F238E27FC236}">
                  <a16:creationId xmlns:a16="http://schemas.microsoft.com/office/drawing/2014/main" id="{37F57AF0-2239-9EEB-8641-2BD54490CD27}"/>
                </a:ext>
              </a:extLst>
            </p:cNvPr>
            <p:cNvSpPr/>
            <p:nvPr/>
          </p:nvSpPr>
          <p:spPr>
            <a:xfrm>
              <a:off x="353612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5" name="Oval 704">
              <a:extLst>
                <a:ext uri="{FF2B5EF4-FFF2-40B4-BE49-F238E27FC236}">
                  <a16:creationId xmlns:a16="http://schemas.microsoft.com/office/drawing/2014/main" id="{BBB95BCE-BF66-085C-06A2-291CCD9D4126}"/>
                </a:ext>
              </a:extLst>
            </p:cNvPr>
            <p:cNvSpPr/>
            <p:nvPr/>
          </p:nvSpPr>
          <p:spPr>
            <a:xfrm>
              <a:off x="369379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6" name="Oval 705">
              <a:extLst>
                <a:ext uri="{FF2B5EF4-FFF2-40B4-BE49-F238E27FC236}">
                  <a16:creationId xmlns:a16="http://schemas.microsoft.com/office/drawing/2014/main" id="{4E3C85F4-A8B4-366F-AD3E-FDBE32C26842}"/>
                </a:ext>
              </a:extLst>
            </p:cNvPr>
            <p:cNvSpPr/>
            <p:nvPr/>
          </p:nvSpPr>
          <p:spPr>
            <a:xfrm>
              <a:off x="385146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7" name="Oval 706">
              <a:extLst>
                <a:ext uri="{FF2B5EF4-FFF2-40B4-BE49-F238E27FC236}">
                  <a16:creationId xmlns:a16="http://schemas.microsoft.com/office/drawing/2014/main" id="{A804B767-889E-9C58-EE28-1EFEABC3E1FD}"/>
                </a:ext>
              </a:extLst>
            </p:cNvPr>
            <p:cNvSpPr/>
            <p:nvPr/>
          </p:nvSpPr>
          <p:spPr>
            <a:xfrm>
              <a:off x="400913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8" name="Oval 707">
              <a:extLst>
                <a:ext uri="{FF2B5EF4-FFF2-40B4-BE49-F238E27FC236}">
                  <a16:creationId xmlns:a16="http://schemas.microsoft.com/office/drawing/2014/main" id="{15FD5B15-B58A-A583-994A-B6BDE7604658}"/>
                </a:ext>
              </a:extLst>
            </p:cNvPr>
            <p:cNvSpPr/>
            <p:nvPr/>
          </p:nvSpPr>
          <p:spPr>
            <a:xfrm>
              <a:off x="416681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9" name="Oval 708">
              <a:extLst>
                <a:ext uri="{FF2B5EF4-FFF2-40B4-BE49-F238E27FC236}">
                  <a16:creationId xmlns:a16="http://schemas.microsoft.com/office/drawing/2014/main" id="{44E23C6D-7490-8FC1-B58B-C325498764B1}"/>
                </a:ext>
              </a:extLst>
            </p:cNvPr>
            <p:cNvSpPr/>
            <p:nvPr/>
          </p:nvSpPr>
          <p:spPr>
            <a:xfrm>
              <a:off x="432448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0" name="Oval 709">
              <a:extLst>
                <a:ext uri="{FF2B5EF4-FFF2-40B4-BE49-F238E27FC236}">
                  <a16:creationId xmlns:a16="http://schemas.microsoft.com/office/drawing/2014/main" id="{9706E7C4-ECDC-0690-7A78-9AF3D38260E6}"/>
                </a:ext>
              </a:extLst>
            </p:cNvPr>
            <p:cNvSpPr/>
            <p:nvPr/>
          </p:nvSpPr>
          <p:spPr>
            <a:xfrm>
              <a:off x="448215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1" name="Oval 710">
              <a:extLst>
                <a:ext uri="{FF2B5EF4-FFF2-40B4-BE49-F238E27FC236}">
                  <a16:creationId xmlns:a16="http://schemas.microsoft.com/office/drawing/2014/main" id="{21E8C014-BC6A-C338-B47B-F85CF29919CD}"/>
                </a:ext>
              </a:extLst>
            </p:cNvPr>
            <p:cNvSpPr/>
            <p:nvPr/>
          </p:nvSpPr>
          <p:spPr>
            <a:xfrm>
              <a:off x="463983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2" name="Oval 711">
              <a:extLst>
                <a:ext uri="{FF2B5EF4-FFF2-40B4-BE49-F238E27FC236}">
                  <a16:creationId xmlns:a16="http://schemas.microsoft.com/office/drawing/2014/main" id="{516D4DE1-5DD4-8694-604C-4562C5E2B7DF}"/>
                </a:ext>
              </a:extLst>
            </p:cNvPr>
            <p:cNvSpPr/>
            <p:nvPr/>
          </p:nvSpPr>
          <p:spPr>
            <a:xfrm>
              <a:off x="479750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3" name="Oval 712">
              <a:extLst>
                <a:ext uri="{FF2B5EF4-FFF2-40B4-BE49-F238E27FC236}">
                  <a16:creationId xmlns:a16="http://schemas.microsoft.com/office/drawing/2014/main" id="{830D26FC-1DC1-433A-996E-0A1FBD96F77D}"/>
                </a:ext>
              </a:extLst>
            </p:cNvPr>
            <p:cNvSpPr/>
            <p:nvPr/>
          </p:nvSpPr>
          <p:spPr>
            <a:xfrm>
              <a:off x="495517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4" name="Oval 713">
              <a:extLst>
                <a:ext uri="{FF2B5EF4-FFF2-40B4-BE49-F238E27FC236}">
                  <a16:creationId xmlns:a16="http://schemas.microsoft.com/office/drawing/2014/main" id="{5EFCB7C5-D354-43F7-8E71-5A315F02E811}"/>
                </a:ext>
              </a:extLst>
            </p:cNvPr>
            <p:cNvSpPr/>
            <p:nvPr/>
          </p:nvSpPr>
          <p:spPr>
            <a:xfrm>
              <a:off x="511285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5" name="Oval 714">
              <a:extLst>
                <a:ext uri="{FF2B5EF4-FFF2-40B4-BE49-F238E27FC236}">
                  <a16:creationId xmlns:a16="http://schemas.microsoft.com/office/drawing/2014/main" id="{765FBEE2-8F59-D403-C722-8883E835E4C0}"/>
                </a:ext>
              </a:extLst>
            </p:cNvPr>
            <p:cNvSpPr/>
            <p:nvPr/>
          </p:nvSpPr>
          <p:spPr>
            <a:xfrm>
              <a:off x="527052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6" name="Oval 715">
              <a:extLst>
                <a:ext uri="{FF2B5EF4-FFF2-40B4-BE49-F238E27FC236}">
                  <a16:creationId xmlns:a16="http://schemas.microsoft.com/office/drawing/2014/main" id="{4FCA59FE-301A-3268-9AD2-2B9B95D1A4F7}"/>
                </a:ext>
              </a:extLst>
            </p:cNvPr>
            <p:cNvSpPr/>
            <p:nvPr/>
          </p:nvSpPr>
          <p:spPr>
            <a:xfrm>
              <a:off x="542819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7" name="Oval 716">
              <a:extLst>
                <a:ext uri="{FF2B5EF4-FFF2-40B4-BE49-F238E27FC236}">
                  <a16:creationId xmlns:a16="http://schemas.microsoft.com/office/drawing/2014/main" id="{3032D36E-D1B0-7071-0DF1-A19AFB2BBF6D}"/>
                </a:ext>
              </a:extLst>
            </p:cNvPr>
            <p:cNvSpPr/>
            <p:nvPr/>
          </p:nvSpPr>
          <p:spPr>
            <a:xfrm>
              <a:off x="558586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8" name="Oval 717">
              <a:extLst>
                <a:ext uri="{FF2B5EF4-FFF2-40B4-BE49-F238E27FC236}">
                  <a16:creationId xmlns:a16="http://schemas.microsoft.com/office/drawing/2014/main" id="{299CC57D-23CC-DFE8-B6FD-ED2CE4FBC0FE}"/>
                </a:ext>
              </a:extLst>
            </p:cNvPr>
            <p:cNvSpPr/>
            <p:nvPr/>
          </p:nvSpPr>
          <p:spPr>
            <a:xfrm>
              <a:off x="574354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9" name="Oval 718">
              <a:extLst>
                <a:ext uri="{FF2B5EF4-FFF2-40B4-BE49-F238E27FC236}">
                  <a16:creationId xmlns:a16="http://schemas.microsoft.com/office/drawing/2014/main" id="{9EEAA83F-56C4-3279-9F5D-1B360C001C1F}"/>
                </a:ext>
              </a:extLst>
            </p:cNvPr>
            <p:cNvSpPr/>
            <p:nvPr/>
          </p:nvSpPr>
          <p:spPr>
            <a:xfrm>
              <a:off x="590121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0" name="Oval 719">
              <a:extLst>
                <a:ext uri="{FF2B5EF4-FFF2-40B4-BE49-F238E27FC236}">
                  <a16:creationId xmlns:a16="http://schemas.microsoft.com/office/drawing/2014/main" id="{0D1F9FA8-2646-C94E-DBDD-5550C399D7D5}"/>
                </a:ext>
              </a:extLst>
            </p:cNvPr>
            <p:cNvSpPr/>
            <p:nvPr/>
          </p:nvSpPr>
          <p:spPr>
            <a:xfrm>
              <a:off x="605888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1" name="Oval 720">
              <a:extLst>
                <a:ext uri="{FF2B5EF4-FFF2-40B4-BE49-F238E27FC236}">
                  <a16:creationId xmlns:a16="http://schemas.microsoft.com/office/drawing/2014/main" id="{F5744CBE-33A1-D6AB-EE0A-2BB627F3804B}"/>
                </a:ext>
              </a:extLst>
            </p:cNvPr>
            <p:cNvSpPr/>
            <p:nvPr/>
          </p:nvSpPr>
          <p:spPr>
            <a:xfrm>
              <a:off x="621656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2" name="Oval 721">
              <a:extLst>
                <a:ext uri="{FF2B5EF4-FFF2-40B4-BE49-F238E27FC236}">
                  <a16:creationId xmlns:a16="http://schemas.microsoft.com/office/drawing/2014/main" id="{21BD4C85-ECE4-B1D8-EB13-F86B45DF6BF6}"/>
                </a:ext>
              </a:extLst>
            </p:cNvPr>
            <p:cNvSpPr/>
            <p:nvPr/>
          </p:nvSpPr>
          <p:spPr>
            <a:xfrm>
              <a:off x="637423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3" name="Oval 722">
              <a:extLst>
                <a:ext uri="{FF2B5EF4-FFF2-40B4-BE49-F238E27FC236}">
                  <a16:creationId xmlns:a16="http://schemas.microsoft.com/office/drawing/2014/main" id="{BB25A008-DFBA-6278-D77B-A4483BB5D3E9}"/>
                </a:ext>
              </a:extLst>
            </p:cNvPr>
            <p:cNvSpPr/>
            <p:nvPr/>
          </p:nvSpPr>
          <p:spPr>
            <a:xfrm>
              <a:off x="653190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4" name="Oval 723">
              <a:extLst>
                <a:ext uri="{FF2B5EF4-FFF2-40B4-BE49-F238E27FC236}">
                  <a16:creationId xmlns:a16="http://schemas.microsoft.com/office/drawing/2014/main" id="{B2734C09-FC78-0FA0-EF42-C0E14CB05D72}"/>
                </a:ext>
              </a:extLst>
            </p:cNvPr>
            <p:cNvSpPr/>
            <p:nvPr/>
          </p:nvSpPr>
          <p:spPr>
            <a:xfrm>
              <a:off x="668958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5" name="Oval 724">
              <a:extLst>
                <a:ext uri="{FF2B5EF4-FFF2-40B4-BE49-F238E27FC236}">
                  <a16:creationId xmlns:a16="http://schemas.microsoft.com/office/drawing/2014/main" id="{11BA8960-F4B5-08E3-1056-9B0913A34661}"/>
                </a:ext>
              </a:extLst>
            </p:cNvPr>
            <p:cNvSpPr/>
            <p:nvPr/>
          </p:nvSpPr>
          <p:spPr>
            <a:xfrm>
              <a:off x="684725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6" name="Oval 725">
              <a:extLst>
                <a:ext uri="{FF2B5EF4-FFF2-40B4-BE49-F238E27FC236}">
                  <a16:creationId xmlns:a16="http://schemas.microsoft.com/office/drawing/2014/main" id="{7955CF27-7433-886E-1177-FD45DC4DD88C}"/>
                </a:ext>
              </a:extLst>
            </p:cNvPr>
            <p:cNvSpPr/>
            <p:nvPr/>
          </p:nvSpPr>
          <p:spPr>
            <a:xfrm>
              <a:off x="700492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7" name="Oval 726">
              <a:extLst>
                <a:ext uri="{FF2B5EF4-FFF2-40B4-BE49-F238E27FC236}">
                  <a16:creationId xmlns:a16="http://schemas.microsoft.com/office/drawing/2014/main" id="{C6AC5FEF-CA38-542E-10E8-DDDB744F2986}"/>
                </a:ext>
              </a:extLst>
            </p:cNvPr>
            <p:cNvSpPr/>
            <p:nvPr/>
          </p:nvSpPr>
          <p:spPr>
            <a:xfrm>
              <a:off x="716259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8" name="Oval 727">
              <a:extLst>
                <a:ext uri="{FF2B5EF4-FFF2-40B4-BE49-F238E27FC236}">
                  <a16:creationId xmlns:a16="http://schemas.microsoft.com/office/drawing/2014/main" id="{1CB7252C-36FE-75B0-E170-D203A2C09987}"/>
                </a:ext>
              </a:extLst>
            </p:cNvPr>
            <p:cNvSpPr/>
            <p:nvPr/>
          </p:nvSpPr>
          <p:spPr>
            <a:xfrm>
              <a:off x="732027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9" name="Oval 728">
              <a:extLst>
                <a:ext uri="{FF2B5EF4-FFF2-40B4-BE49-F238E27FC236}">
                  <a16:creationId xmlns:a16="http://schemas.microsoft.com/office/drawing/2014/main" id="{DE98E465-B914-FBC2-33A4-FEF2D987FC38}"/>
                </a:ext>
              </a:extLst>
            </p:cNvPr>
            <p:cNvSpPr/>
            <p:nvPr/>
          </p:nvSpPr>
          <p:spPr>
            <a:xfrm>
              <a:off x="747794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0" name="Oval 729">
              <a:extLst>
                <a:ext uri="{FF2B5EF4-FFF2-40B4-BE49-F238E27FC236}">
                  <a16:creationId xmlns:a16="http://schemas.microsoft.com/office/drawing/2014/main" id="{6A7DC495-7FE2-B598-256F-1098AF3234BE}"/>
                </a:ext>
              </a:extLst>
            </p:cNvPr>
            <p:cNvSpPr/>
            <p:nvPr/>
          </p:nvSpPr>
          <p:spPr>
            <a:xfrm>
              <a:off x="763561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1" name="Oval 730">
              <a:extLst>
                <a:ext uri="{FF2B5EF4-FFF2-40B4-BE49-F238E27FC236}">
                  <a16:creationId xmlns:a16="http://schemas.microsoft.com/office/drawing/2014/main" id="{296EB6E9-9C40-6FE7-2C8C-4C8247A9A8AF}"/>
                </a:ext>
              </a:extLst>
            </p:cNvPr>
            <p:cNvSpPr/>
            <p:nvPr/>
          </p:nvSpPr>
          <p:spPr>
            <a:xfrm>
              <a:off x="779329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2" name="Oval 731">
              <a:extLst>
                <a:ext uri="{FF2B5EF4-FFF2-40B4-BE49-F238E27FC236}">
                  <a16:creationId xmlns:a16="http://schemas.microsoft.com/office/drawing/2014/main" id="{3F6E8CE9-A7C5-A4B0-5A30-C0F2C31926B3}"/>
                </a:ext>
              </a:extLst>
            </p:cNvPr>
            <p:cNvSpPr/>
            <p:nvPr/>
          </p:nvSpPr>
          <p:spPr>
            <a:xfrm>
              <a:off x="795096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3" name="Oval 732">
              <a:extLst>
                <a:ext uri="{FF2B5EF4-FFF2-40B4-BE49-F238E27FC236}">
                  <a16:creationId xmlns:a16="http://schemas.microsoft.com/office/drawing/2014/main" id="{529C4D90-AB0B-4DA8-DCC0-8D3C6988A0A8}"/>
                </a:ext>
              </a:extLst>
            </p:cNvPr>
            <p:cNvSpPr/>
            <p:nvPr/>
          </p:nvSpPr>
          <p:spPr>
            <a:xfrm>
              <a:off x="810863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4" name="Oval 733">
              <a:extLst>
                <a:ext uri="{FF2B5EF4-FFF2-40B4-BE49-F238E27FC236}">
                  <a16:creationId xmlns:a16="http://schemas.microsoft.com/office/drawing/2014/main" id="{4E32A4C2-3344-519E-A192-3ADAD8DA0DD1}"/>
                </a:ext>
              </a:extLst>
            </p:cNvPr>
            <p:cNvSpPr/>
            <p:nvPr/>
          </p:nvSpPr>
          <p:spPr>
            <a:xfrm>
              <a:off x="826631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5" name="Oval 734">
              <a:extLst>
                <a:ext uri="{FF2B5EF4-FFF2-40B4-BE49-F238E27FC236}">
                  <a16:creationId xmlns:a16="http://schemas.microsoft.com/office/drawing/2014/main" id="{631912B7-7783-86AF-6FD8-A9462D4803C5}"/>
                </a:ext>
              </a:extLst>
            </p:cNvPr>
            <p:cNvSpPr/>
            <p:nvPr/>
          </p:nvSpPr>
          <p:spPr>
            <a:xfrm>
              <a:off x="842398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6" name="Oval 735">
              <a:extLst>
                <a:ext uri="{FF2B5EF4-FFF2-40B4-BE49-F238E27FC236}">
                  <a16:creationId xmlns:a16="http://schemas.microsoft.com/office/drawing/2014/main" id="{3E76FE80-5213-5472-4BC1-17DAB394F422}"/>
                </a:ext>
              </a:extLst>
            </p:cNvPr>
            <p:cNvSpPr/>
            <p:nvPr/>
          </p:nvSpPr>
          <p:spPr>
            <a:xfrm>
              <a:off x="858165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7" name="Oval 736">
              <a:extLst>
                <a:ext uri="{FF2B5EF4-FFF2-40B4-BE49-F238E27FC236}">
                  <a16:creationId xmlns:a16="http://schemas.microsoft.com/office/drawing/2014/main" id="{A3130C5A-BBD0-AB21-A6CE-8182EC3DE1D0}"/>
                </a:ext>
              </a:extLst>
            </p:cNvPr>
            <p:cNvSpPr/>
            <p:nvPr/>
          </p:nvSpPr>
          <p:spPr>
            <a:xfrm>
              <a:off x="873932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8" name="Oval 737">
              <a:extLst>
                <a:ext uri="{FF2B5EF4-FFF2-40B4-BE49-F238E27FC236}">
                  <a16:creationId xmlns:a16="http://schemas.microsoft.com/office/drawing/2014/main" id="{54ED4C4E-DC5F-E1EE-8AA6-4FF634EAB4BD}"/>
                </a:ext>
              </a:extLst>
            </p:cNvPr>
            <p:cNvSpPr/>
            <p:nvPr/>
          </p:nvSpPr>
          <p:spPr>
            <a:xfrm>
              <a:off x="889700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9" name="Oval 738">
              <a:extLst>
                <a:ext uri="{FF2B5EF4-FFF2-40B4-BE49-F238E27FC236}">
                  <a16:creationId xmlns:a16="http://schemas.microsoft.com/office/drawing/2014/main" id="{80C4D3CF-3BAA-C18C-06E6-638B4209D724}"/>
                </a:ext>
              </a:extLst>
            </p:cNvPr>
            <p:cNvSpPr/>
            <p:nvPr/>
          </p:nvSpPr>
          <p:spPr>
            <a:xfrm>
              <a:off x="905467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23CCCDFD-9893-247A-ED9A-C85953699E0E}"/>
                </a:ext>
              </a:extLst>
            </p:cNvPr>
            <p:cNvSpPr/>
            <p:nvPr/>
          </p:nvSpPr>
          <p:spPr>
            <a:xfrm>
              <a:off x="921234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1" name="Oval 740">
              <a:extLst>
                <a:ext uri="{FF2B5EF4-FFF2-40B4-BE49-F238E27FC236}">
                  <a16:creationId xmlns:a16="http://schemas.microsoft.com/office/drawing/2014/main" id="{B2D36A7B-997D-F9ED-8544-B0C4B2715409}"/>
                </a:ext>
              </a:extLst>
            </p:cNvPr>
            <p:cNvSpPr/>
            <p:nvPr/>
          </p:nvSpPr>
          <p:spPr>
            <a:xfrm>
              <a:off x="937002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2" name="Oval 741">
              <a:extLst>
                <a:ext uri="{FF2B5EF4-FFF2-40B4-BE49-F238E27FC236}">
                  <a16:creationId xmlns:a16="http://schemas.microsoft.com/office/drawing/2014/main" id="{4178F276-91BB-5A42-954B-70D5E3D8A3CD}"/>
                </a:ext>
              </a:extLst>
            </p:cNvPr>
            <p:cNvSpPr/>
            <p:nvPr/>
          </p:nvSpPr>
          <p:spPr>
            <a:xfrm>
              <a:off x="952769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3" name="Oval 742">
              <a:extLst>
                <a:ext uri="{FF2B5EF4-FFF2-40B4-BE49-F238E27FC236}">
                  <a16:creationId xmlns:a16="http://schemas.microsoft.com/office/drawing/2014/main" id="{BF44E9AF-E60C-428B-D18A-AA34F81EF2D6}"/>
                </a:ext>
              </a:extLst>
            </p:cNvPr>
            <p:cNvSpPr/>
            <p:nvPr/>
          </p:nvSpPr>
          <p:spPr>
            <a:xfrm>
              <a:off x="968536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4" name="Oval 743">
              <a:extLst>
                <a:ext uri="{FF2B5EF4-FFF2-40B4-BE49-F238E27FC236}">
                  <a16:creationId xmlns:a16="http://schemas.microsoft.com/office/drawing/2014/main" id="{980834C7-3389-C76B-F0BD-7836D8B7FD39}"/>
                </a:ext>
              </a:extLst>
            </p:cNvPr>
            <p:cNvSpPr/>
            <p:nvPr/>
          </p:nvSpPr>
          <p:spPr>
            <a:xfrm>
              <a:off x="98430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5" name="Oval 744">
              <a:extLst>
                <a:ext uri="{FF2B5EF4-FFF2-40B4-BE49-F238E27FC236}">
                  <a16:creationId xmlns:a16="http://schemas.microsoft.com/office/drawing/2014/main" id="{0B6C8AB2-206A-31B6-8281-1015542737F6}"/>
                </a:ext>
              </a:extLst>
            </p:cNvPr>
            <p:cNvSpPr/>
            <p:nvPr/>
          </p:nvSpPr>
          <p:spPr>
            <a:xfrm>
              <a:off x="1000071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6" name="Oval 745">
              <a:extLst>
                <a:ext uri="{FF2B5EF4-FFF2-40B4-BE49-F238E27FC236}">
                  <a16:creationId xmlns:a16="http://schemas.microsoft.com/office/drawing/2014/main" id="{47ADB0D9-70E8-589D-EBFB-ED8A7AFE66B0}"/>
                </a:ext>
              </a:extLst>
            </p:cNvPr>
            <p:cNvSpPr/>
            <p:nvPr/>
          </p:nvSpPr>
          <p:spPr>
            <a:xfrm>
              <a:off x="1015838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7" name="Oval 746">
              <a:extLst>
                <a:ext uri="{FF2B5EF4-FFF2-40B4-BE49-F238E27FC236}">
                  <a16:creationId xmlns:a16="http://schemas.microsoft.com/office/drawing/2014/main" id="{A95DAD35-7ADB-6B83-C1B8-FAE0A9065836}"/>
                </a:ext>
              </a:extLst>
            </p:cNvPr>
            <p:cNvSpPr/>
            <p:nvPr/>
          </p:nvSpPr>
          <p:spPr>
            <a:xfrm>
              <a:off x="1031605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8" name="Oval 747">
              <a:extLst>
                <a:ext uri="{FF2B5EF4-FFF2-40B4-BE49-F238E27FC236}">
                  <a16:creationId xmlns:a16="http://schemas.microsoft.com/office/drawing/2014/main" id="{94203DA1-E5CF-EAE6-5479-01ADC3123C14}"/>
                </a:ext>
              </a:extLst>
            </p:cNvPr>
            <p:cNvSpPr/>
            <p:nvPr/>
          </p:nvSpPr>
          <p:spPr>
            <a:xfrm>
              <a:off x="1047373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49" name="Oval 748">
              <a:extLst>
                <a:ext uri="{FF2B5EF4-FFF2-40B4-BE49-F238E27FC236}">
                  <a16:creationId xmlns:a16="http://schemas.microsoft.com/office/drawing/2014/main" id="{44420B5D-FFAD-8305-DAFB-F008E1E18161}"/>
                </a:ext>
              </a:extLst>
            </p:cNvPr>
            <p:cNvSpPr/>
            <p:nvPr/>
          </p:nvSpPr>
          <p:spPr>
            <a:xfrm>
              <a:off x="1063140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0" name="Oval 749">
              <a:extLst>
                <a:ext uri="{FF2B5EF4-FFF2-40B4-BE49-F238E27FC236}">
                  <a16:creationId xmlns:a16="http://schemas.microsoft.com/office/drawing/2014/main" id="{1B879338-9A1C-B76C-6DD2-0EF211E16DE7}"/>
                </a:ext>
              </a:extLst>
            </p:cNvPr>
            <p:cNvSpPr/>
            <p:nvPr/>
          </p:nvSpPr>
          <p:spPr>
            <a:xfrm>
              <a:off x="1078907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1" name="Oval 750">
              <a:extLst>
                <a:ext uri="{FF2B5EF4-FFF2-40B4-BE49-F238E27FC236}">
                  <a16:creationId xmlns:a16="http://schemas.microsoft.com/office/drawing/2014/main" id="{A2972EEE-C8BB-E677-36E2-FC9905FBD145}"/>
                </a:ext>
              </a:extLst>
            </p:cNvPr>
            <p:cNvSpPr/>
            <p:nvPr/>
          </p:nvSpPr>
          <p:spPr>
            <a:xfrm>
              <a:off x="1094675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2" name="Oval 751">
              <a:extLst>
                <a:ext uri="{FF2B5EF4-FFF2-40B4-BE49-F238E27FC236}">
                  <a16:creationId xmlns:a16="http://schemas.microsoft.com/office/drawing/2014/main" id="{22E5F3F1-6D2B-1F97-DBBD-E3A8E149CE74}"/>
                </a:ext>
              </a:extLst>
            </p:cNvPr>
            <p:cNvSpPr/>
            <p:nvPr/>
          </p:nvSpPr>
          <p:spPr>
            <a:xfrm>
              <a:off x="111044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53" name="Group 752">
            <a:extLst>
              <a:ext uri="{FF2B5EF4-FFF2-40B4-BE49-F238E27FC236}">
                <a16:creationId xmlns:a16="http://schemas.microsoft.com/office/drawing/2014/main" id="{C3E27D37-A69C-5923-2BB8-7B24B18159F9}"/>
              </a:ext>
            </a:extLst>
          </p:cNvPr>
          <p:cNvGrpSpPr/>
          <p:nvPr/>
        </p:nvGrpSpPr>
        <p:grpSpPr>
          <a:xfrm>
            <a:off x="1013352" y="5821921"/>
            <a:ext cx="10163088" cy="72000"/>
            <a:chOff x="1013352" y="5124691"/>
            <a:chExt cx="10163088" cy="72000"/>
          </a:xfrm>
        </p:grpSpPr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4000DB1B-A2EF-A627-6598-7B7CD8F9FA5A}"/>
                </a:ext>
              </a:extLst>
            </p:cNvPr>
            <p:cNvCxnSpPr>
              <a:cxnSpLocks/>
            </p:cNvCxnSpPr>
            <p:nvPr/>
          </p:nvCxnSpPr>
          <p:spPr>
            <a:xfrm>
              <a:off x="1051560" y="5160691"/>
              <a:ext cx="1008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5" name="Oval 754">
              <a:extLst>
                <a:ext uri="{FF2B5EF4-FFF2-40B4-BE49-F238E27FC236}">
                  <a16:creationId xmlns:a16="http://schemas.microsoft.com/office/drawing/2014/main" id="{80DACDA5-E410-A615-50A9-6C19B5689720}"/>
                </a:ext>
              </a:extLst>
            </p:cNvPr>
            <p:cNvSpPr/>
            <p:nvPr/>
          </p:nvSpPr>
          <p:spPr>
            <a:xfrm>
              <a:off x="101335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6" name="Oval 755">
              <a:extLst>
                <a:ext uri="{FF2B5EF4-FFF2-40B4-BE49-F238E27FC236}">
                  <a16:creationId xmlns:a16="http://schemas.microsoft.com/office/drawing/2014/main" id="{534007D9-5549-9346-71C3-8D97BBA4160B}"/>
                </a:ext>
              </a:extLst>
            </p:cNvPr>
            <p:cNvSpPr/>
            <p:nvPr/>
          </p:nvSpPr>
          <p:spPr>
            <a:xfrm>
              <a:off x="117102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7" name="Oval 756">
              <a:extLst>
                <a:ext uri="{FF2B5EF4-FFF2-40B4-BE49-F238E27FC236}">
                  <a16:creationId xmlns:a16="http://schemas.microsoft.com/office/drawing/2014/main" id="{4D59BE61-57EE-14D6-43B1-643630A4782C}"/>
                </a:ext>
              </a:extLst>
            </p:cNvPr>
            <p:cNvSpPr/>
            <p:nvPr/>
          </p:nvSpPr>
          <p:spPr>
            <a:xfrm>
              <a:off x="132869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8" name="Oval 757">
              <a:extLst>
                <a:ext uri="{FF2B5EF4-FFF2-40B4-BE49-F238E27FC236}">
                  <a16:creationId xmlns:a16="http://schemas.microsoft.com/office/drawing/2014/main" id="{26820858-9402-2F4D-9BEC-9B435D1F6AC5}"/>
                </a:ext>
              </a:extLst>
            </p:cNvPr>
            <p:cNvSpPr/>
            <p:nvPr/>
          </p:nvSpPr>
          <p:spPr>
            <a:xfrm>
              <a:off x="148637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9" name="Oval 758">
              <a:extLst>
                <a:ext uri="{FF2B5EF4-FFF2-40B4-BE49-F238E27FC236}">
                  <a16:creationId xmlns:a16="http://schemas.microsoft.com/office/drawing/2014/main" id="{2D3F1837-F826-C25C-4925-67AD8083546A}"/>
                </a:ext>
              </a:extLst>
            </p:cNvPr>
            <p:cNvSpPr/>
            <p:nvPr/>
          </p:nvSpPr>
          <p:spPr>
            <a:xfrm>
              <a:off x="164404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0" name="Oval 759">
              <a:extLst>
                <a:ext uri="{FF2B5EF4-FFF2-40B4-BE49-F238E27FC236}">
                  <a16:creationId xmlns:a16="http://schemas.microsoft.com/office/drawing/2014/main" id="{ADB03B17-6983-9F6A-8BAF-03C42CC6F4A3}"/>
                </a:ext>
              </a:extLst>
            </p:cNvPr>
            <p:cNvSpPr/>
            <p:nvPr/>
          </p:nvSpPr>
          <p:spPr>
            <a:xfrm>
              <a:off x="180171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C81641C4-7745-768C-C114-4184970645B1}"/>
                </a:ext>
              </a:extLst>
            </p:cNvPr>
            <p:cNvSpPr/>
            <p:nvPr/>
          </p:nvSpPr>
          <p:spPr>
            <a:xfrm>
              <a:off x="195939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2" name="Oval 761">
              <a:extLst>
                <a:ext uri="{FF2B5EF4-FFF2-40B4-BE49-F238E27FC236}">
                  <a16:creationId xmlns:a16="http://schemas.microsoft.com/office/drawing/2014/main" id="{14DE96FC-4A0D-2341-1EDF-3395B7A24DAD}"/>
                </a:ext>
              </a:extLst>
            </p:cNvPr>
            <p:cNvSpPr/>
            <p:nvPr/>
          </p:nvSpPr>
          <p:spPr>
            <a:xfrm>
              <a:off x="211706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3" name="Oval 762">
              <a:extLst>
                <a:ext uri="{FF2B5EF4-FFF2-40B4-BE49-F238E27FC236}">
                  <a16:creationId xmlns:a16="http://schemas.microsoft.com/office/drawing/2014/main" id="{94AD768E-25BB-325A-5F50-F15FD9BEC9D3}"/>
                </a:ext>
              </a:extLst>
            </p:cNvPr>
            <p:cNvSpPr/>
            <p:nvPr/>
          </p:nvSpPr>
          <p:spPr>
            <a:xfrm>
              <a:off x="227473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4" name="Oval 763">
              <a:extLst>
                <a:ext uri="{FF2B5EF4-FFF2-40B4-BE49-F238E27FC236}">
                  <a16:creationId xmlns:a16="http://schemas.microsoft.com/office/drawing/2014/main" id="{1BC502C9-16DE-5FD2-EAD2-6005561C17E3}"/>
                </a:ext>
              </a:extLst>
            </p:cNvPr>
            <p:cNvSpPr/>
            <p:nvPr/>
          </p:nvSpPr>
          <p:spPr>
            <a:xfrm>
              <a:off x="243240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5" name="Oval 764">
              <a:extLst>
                <a:ext uri="{FF2B5EF4-FFF2-40B4-BE49-F238E27FC236}">
                  <a16:creationId xmlns:a16="http://schemas.microsoft.com/office/drawing/2014/main" id="{90CBAF0B-A66F-0334-BA96-B1696AD7BFCF}"/>
                </a:ext>
              </a:extLst>
            </p:cNvPr>
            <p:cNvSpPr/>
            <p:nvPr/>
          </p:nvSpPr>
          <p:spPr>
            <a:xfrm>
              <a:off x="259008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6" name="Oval 765">
              <a:extLst>
                <a:ext uri="{FF2B5EF4-FFF2-40B4-BE49-F238E27FC236}">
                  <a16:creationId xmlns:a16="http://schemas.microsoft.com/office/drawing/2014/main" id="{A178AA4D-6180-7529-15FB-E8300A8FED86}"/>
                </a:ext>
              </a:extLst>
            </p:cNvPr>
            <p:cNvSpPr/>
            <p:nvPr/>
          </p:nvSpPr>
          <p:spPr>
            <a:xfrm>
              <a:off x="274775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7" name="Oval 766">
              <a:extLst>
                <a:ext uri="{FF2B5EF4-FFF2-40B4-BE49-F238E27FC236}">
                  <a16:creationId xmlns:a16="http://schemas.microsoft.com/office/drawing/2014/main" id="{09FE0495-C735-3A0F-EEC5-FD72662A09F0}"/>
                </a:ext>
              </a:extLst>
            </p:cNvPr>
            <p:cNvSpPr/>
            <p:nvPr/>
          </p:nvSpPr>
          <p:spPr>
            <a:xfrm>
              <a:off x="290542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8" name="Oval 767">
              <a:extLst>
                <a:ext uri="{FF2B5EF4-FFF2-40B4-BE49-F238E27FC236}">
                  <a16:creationId xmlns:a16="http://schemas.microsoft.com/office/drawing/2014/main" id="{C0AE83C4-9633-A002-4B32-D4AF5DC38CBE}"/>
                </a:ext>
              </a:extLst>
            </p:cNvPr>
            <p:cNvSpPr/>
            <p:nvPr/>
          </p:nvSpPr>
          <p:spPr>
            <a:xfrm>
              <a:off x="306310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9" name="Oval 768">
              <a:extLst>
                <a:ext uri="{FF2B5EF4-FFF2-40B4-BE49-F238E27FC236}">
                  <a16:creationId xmlns:a16="http://schemas.microsoft.com/office/drawing/2014/main" id="{47457F34-A90C-49F2-73ED-A850E3633B92}"/>
                </a:ext>
              </a:extLst>
            </p:cNvPr>
            <p:cNvSpPr/>
            <p:nvPr/>
          </p:nvSpPr>
          <p:spPr>
            <a:xfrm>
              <a:off x="322077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0" name="Oval 769">
              <a:extLst>
                <a:ext uri="{FF2B5EF4-FFF2-40B4-BE49-F238E27FC236}">
                  <a16:creationId xmlns:a16="http://schemas.microsoft.com/office/drawing/2014/main" id="{2184B4B2-B941-57D0-7E31-650D90BA709C}"/>
                </a:ext>
              </a:extLst>
            </p:cNvPr>
            <p:cNvSpPr/>
            <p:nvPr/>
          </p:nvSpPr>
          <p:spPr>
            <a:xfrm>
              <a:off x="337844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1" name="Oval 770">
              <a:extLst>
                <a:ext uri="{FF2B5EF4-FFF2-40B4-BE49-F238E27FC236}">
                  <a16:creationId xmlns:a16="http://schemas.microsoft.com/office/drawing/2014/main" id="{63B1783A-B606-7785-9288-EF77E27EA09D}"/>
                </a:ext>
              </a:extLst>
            </p:cNvPr>
            <p:cNvSpPr/>
            <p:nvPr/>
          </p:nvSpPr>
          <p:spPr>
            <a:xfrm>
              <a:off x="353612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2" name="Oval 771">
              <a:extLst>
                <a:ext uri="{FF2B5EF4-FFF2-40B4-BE49-F238E27FC236}">
                  <a16:creationId xmlns:a16="http://schemas.microsoft.com/office/drawing/2014/main" id="{B397F849-A54F-DE2D-5388-70516D9842CD}"/>
                </a:ext>
              </a:extLst>
            </p:cNvPr>
            <p:cNvSpPr/>
            <p:nvPr/>
          </p:nvSpPr>
          <p:spPr>
            <a:xfrm>
              <a:off x="369379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3" name="Oval 772">
              <a:extLst>
                <a:ext uri="{FF2B5EF4-FFF2-40B4-BE49-F238E27FC236}">
                  <a16:creationId xmlns:a16="http://schemas.microsoft.com/office/drawing/2014/main" id="{3E032CCF-DB39-4CF3-012C-8389711B85CC}"/>
                </a:ext>
              </a:extLst>
            </p:cNvPr>
            <p:cNvSpPr/>
            <p:nvPr/>
          </p:nvSpPr>
          <p:spPr>
            <a:xfrm>
              <a:off x="385146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4" name="Oval 773">
              <a:extLst>
                <a:ext uri="{FF2B5EF4-FFF2-40B4-BE49-F238E27FC236}">
                  <a16:creationId xmlns:a16="http://schemas.microsoft.com/office/drawing/2014/main" id="{BD498F22-3B25-53C3-946E-9768BA3B71AB}"/>
                </a:ext>
              </a:extLst>
            </p:cNvPr>
            <p:cNvSpPr/>
            <p:nvPr/>
          </p:nvSpPr>
          <p:spPr>
            <a:xfrm>
              <a:off x="400913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5" name="Oval 774">
              <a:extLst>
                <a:ext uri="{FF2B5EF4-FFF2-40B4-BE49-F238E27FC236}">
                  <a16:creationId xmlns:a16="http://schemas.microsoft.com/office/drawing/2014/main" id="{DEFC05C0-064F-76BB-263C-B468AD98C6BA}"/>
                </a:ext>
              </a:extLst>
            </p:cNvPr>
            <p:cNvSpPr/>
            <p:nvPr/>
          </p:nvSpPr>
          <p:spPr>
            <a:xfrm>
              <a:off x="416681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6" name="Oval 775">
              <a:extLst>
                <a:ext uri="{FF2B5EF4-FFF2-40B4-BE49-F238E27FC236}">
                  <a16:creationId xmlns:a16="http://schemas.microsoft.com/office/drawing/2014/main" id="{1DB048FE-E32D-8224-DEA7-A13236003099}"/>
                </a:ext>
              </a:extLst>
            </p:cNvPr>
            <p:cNvSpPr/>
            <p:nvPr/>
          </p:nvSpPr>
          <p:spPr>
            <a:xfrm>
              <a:off x="432448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7" name="Oval 776">
              <a:extLst>
                <a:ext uri="{FF2B5EF4-FFF2-40B4-BE49-F238E27FC236}">
                  <a16:creationId xmlns:a16="http://schemas.microsoft.com/office/drawing/2014/main" id="{FE27EC30-DD8E-4A5B-A119-4CF9892B9E24}"/>
                </a:ext>
              </a:extLst>
            </p:cNvPr>
            <p:cNvSpPr/>
            <p:nvPr/>
          </p:nvSpPr>
          <p:spPr>
            <a:xfrm>
              <a:off x="448215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8" name="Oval 777">
              <a:extLst>
                <a:ext uri="{FF2B5EF4-FFF2-40B4-BE49-F238E27FC236}">
                  <a16:creationId xmlns:a16="http://schemas.microsoft.com/office/drawing/2014/main" id="{45C149B2-5C5B-8FEB-DCA3-C88DA08B6DDE}"/>
                </a:ext>
              </a:extLst>
            </p:cNvPr>
            <p:cNvSpPr/>
            <p:nvPr/>
          </p:nvSpPr>
          <p:spPr>
            <a:xfrm>
              <a:off x="463983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9" name="Oval 778">
              <a:extLst>
                <a:ext uri="{FF2B5EF4-FFF2-40B4-BE49-F238E27FC236}">
                  <a16:creationId xmlns:a16="http://schemas.microsoft.com/office/drawing/2014/main" id="{3ECCAD21-2B98-BEAC-470B-5549399AA200}"/>
                </a:ext>
              </a:extLst>
            </p:cNvPr>
            <p:cNvSpPr/>
            <p:nvPr/>
          </p:nvSpPr>
          <p:spPr>
            <a:xfrm>
              <a:off x="479750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0" name="Oval 779">
              <a:extLst>
                <a:ext uri="{FF2B5EF4-FFF2-40B4-BE49-F238E27FC236}">
                  <a16:creationId xmlns:a16="http://schemas.microsoft.com/office/drawing/2014/main" id="{1B61BD86-55B5-CC9B-D56B-36ED4F68D0C9}"/>
                </a:ext>
              </a:extLst>
            </p:cNvPr>
            <p:cNvSpPr/>
            <p:nvPr/>
          </p:nvSpPr>
          <p:spPr>
            <a:xfrm>
              <a:off x="495517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1" name="Oval 780">
              <a:extLst>
                <a:ext uri="{FF2B5EF4-FFF2-40B4-BE49-F238E27FC236}">
                  <a16:creationId xmlns:a16="http://schemas.microsoft.com/office/drawing/2014/main" id="{BAD7F621-3F6F-47A1-F5C4-FBF962C92130}"/>
                </a:ext>
              </a:extLst>
            </p:cNvPr>
            <p:cNvSpPr/>
            <p:nvPr/>
          </p:nvSpPr>
          <p:spPr>
            <a:xfrm>
              <a:off x="511285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2" name="Oval 781">
              <a:extLst>
                <a:ext uri="{FF2B5EF4-FFF2-40B4-BE49-F238E27FC236}">
                  <a16:creationId xmlns:a16="http://schemas.microsoft.com/office/drawing/2014/main" id="{B958CCC1-1FC8-B5BA-2BF5-2FAABF203AF0}"/>
                </a:ext>
              </a:extLst>
            </p:cNvPr>
            <p:cNvSpPr/>
            <p:nvPr/>
          </p:nvSpPr>
          <p:spPr>
            <a:xfrm>
              <a:off x="527052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3" name="Oval 782">
              <a:extLst>
                <a:ext uri="{FF2B5EF4-FFF2-40B4-BE49-F238E27FC236}">
                  <a16:creationId xmlns:a16="http://schemas.microsoft.com/office/drawing/2014/main" id="{0113255B-6EEF-33E4-EF73-537C15E309FF}"/>
                </a:ext>
              </a:extLst>
            </p:cNvPr>
            <p:cNvSpPr/>
            <p:nvPr/>
          </p:nvSpPr>
          <p:spPr>
            <a:xfrm>
              <a:off x="542819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4" name="Oval 783">
              <a:extLst>
                <a:ext uri="{FF2B5EF4-FFF2-40B4-BE49-F238E27FC236}">
                  <a16:creationId xmlns:a16="http://schemas.microsoft.com/office/drawing/2014/main" id="{9A2AE535-105E-F9E6-ED3E-949CDEAF7699}"/>
                </a:ext>
              </a:extLst>
            </p:cNvPr>
            <p:cNvSpPr/>
            <p:nvPr/>
          </p:nvSpPr>
          <p:spPr>
            <a:xfrm>
              <a:off x="558586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5" name="Oval 784">
              <a:extLst>
                <a:ext uri="{FF2B5EF4-FFF2-40B4-BE49-F238E27FC236}">
                  <a16:creationId xmlns:a16="http://schemas.microsoft.com/office/drawing/2014/main" id="{0114AE71-D8EE-C301-3155-A6BDDAAEEAD7}"/>
                </a:ext>
              </a:extLst>
            </p:cNvPr>
            <p:cNvSpPr/>
            <p:nvPr/>
          </p:nvSpPr>
          <p:spPr>
            <a:xfrm>
              <a:off x="574354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6" name="Oval 785">
              <a:extLst>
                <a:ext uri="{FF2B5EF4-FFF2-40B4-BE49-F238E27FC236}">
                  <a16:creationId xmlns:a16="http://schemas.microsoft.com/office/drawing/2014/main" id="{31CEA492-3EE0-F603-AD03-333D1D7BF0CD}"/>
                </a:ext>
              </a:extLst>
            </p:cNvPr>
            <p:cNvSpPr/>
            <p:nvPr/>
          </p:nvSpPr>
          <p:spPr>
            <a:xfrm>
              <a:off x="590121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7" name="Oval 786">
              <a:extLst>
                <a:ext uri="{FF2B5EF4-FFF2-40B4-BE49-F238E27FC236}">
                  <a16:creationId xmlns:a16="http://schemas.microsoft.com/office/drawing/2014/main" id="{E7545DC4-7578-8BBC-4445-E8547C3AD616}"/>
                </a:ext>
              </a:extLst>
            </p:cNvPr>
            <p:cNvSpPr/>
            <p:nvPr/>
          </p:nvSpPr>
          <p:spPr>
            <a:xfrm>
              <a:off x="605888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8" name="Oval 787">
              <a:extLst>
                <a:ext uri="{FF2B5EF4-FFF2-40B4-BE49-F238E27FC236}">
                  <a16:creationId xmlns:a16="http://schemas.microsoft.com/office/drawing/2014/main" id="{2AE8A4D9-B47C-3D17-9B17-25381B6281CA}"/>
                </a:ext>
              </a:extLst>
            </p:cNvPr>
            <p:cNvSpPr/>
            <p:nvPr/>
          </p:nvSpPr>
          <p:spPr>
            <a:xfrm>
              <a:off x="621656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9" name="Oval 788">
              <a:extLst>
                <a:ext uri="{FF2B5EF4-FFF2-40B4-BE49-F238E27FC236}">
                  <a16:creationId xmlns:a16="http://schemas.microsoft.com/office/drawing/2014/main" id="{2CEB5171-ED83-3059-0269-74A7A52CA531}"/>
                </a:ext>
              </a:extLst>
            </p:cNvPr>
            <p:cNvSpPr/>
            <p:nvPr/>
          </p:nvSpPr>
          <p:spPr>
            <a:xfrm>
              <a:off x="637423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0" name="Oval 789">
              <a:extLst>
                <a:ext uri="{FF2B5EF4-FFF2-40B4-BE49-F238E27FC236}">
                  <a16:creationId xmlns:a16="http://schemas.microsoft.com/office/drawing/2014/main" id="{A39AEAC4-DFDD-0EDA-BC0C-C96921D5A6D0}"/>
                </a:ext>
              </a:extLst>
            </p:cNvPr>
            <p:cNvSpPr/>
            <p:nvPr/>
          </p:nvSpPr>
          <p:spPr>
            <a:xfrm>
              <a:off x="653190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1" name="Oval 790">
              <a:extLst>
                <a:ext uri="{FF2B5EF4-FFF2-40B4-BE49-F238E27FC236}">
                  <a16:creationId xmlns:a16="http://schemas.microsoft.com/office/drawing/2014/main" id="{E3F020C2-2E37-E4E4-DC75-B69CD51A5B2D}"/>
                </a:ext>
              </a:extLst>
            </p:cNvPr>
            <p:cNvSpPr/>
            <p:nvPr/>
          </p:nvSpPr>
          <p:spPr>
            <a:xfrm>
              <a:off x="668958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2" name="Oval 791">
              <a:extLst>
                <a:ext uri="{FF2B5EF4-FFF2-40B4-BE49-F238E27FC236}">
                  <a16:creationId xmlns:a16="http://schemas.microsoft.com/office/drawing/2014/main" id="{2C571556-2A0B-6586-8EF8-671CBE67FBC6}"/>
                </a:ext>
              </a:extLst>
            </p:cNvPr>
            <p:cNvSpPr/>
            <p:nvPr/>
          </p:nvSpPr>
          <p:spPr>
            <a:xfrm>
              <a:off x="684725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3" name="Oval 792">
              <a:extLst>
                <a:ext uri="{FF2B5EF4-FFF2-40B4-BE49-F238E27FC236}">
                  <a16:creationId xmlns:a16="http://schemas.microsoft.com/office/drawing/2014/main" id="{6EAEEF7C-1EC5-82DF-EB5D-9B4FE33DBA91}"/>
                </a:ext>
              </a:extLst>
            </p:cNvPr>
            <p:cNvSpPr/>
            <p:nvPr/>
          </p:nvSpPr>
          <p:spPr>
            <a:xfrm>
              <a:off x="700492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4" name="Oval 793">
              <a:extLst>
                <a:ext uri="{FF2B5EF4-FFF2-40B4-BE49-F238E27FC236}">
                  <a16:creationId xmlns:a16="http://schemas.microsoft.com/office/drawing/2014/main" id="{E58CBB40-89E4-264A-431A-DDAA74787897}"/>
                </a:ext>
              </a:extLst>
            </p:cNvPr>
            <p:cNvSpPr/>
            <p:nvPr/>
          </p:nvSpPr>
          <p:spPr>
            <a:xfrm>
              <a:off x="716259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5" name="Oval 794">
              <a:extLst>
                <a:ext uri="{FF2B5EF4-FFF2-40B4-BE49-F238E27FC236}">
                  <a16:creationId xmlns:a16="http://schemas.microsoft.com/office/drawing/2014/main" id="{20A44B38-9050-3B4C-5AF5-20C70FE609FC}"/>
                </a:ext>
              </a:extLst>
            </p:cNvPr>
            <p:cNvSpPr/>
            <p:nvPr/>
          </p:nvSpPr>
          <p:spPr>
            <a:xfrm>
              <a:off x="732027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6" name="Oval 795">
              <a:extLst>
                <a:ext uri="{FF2B5EF4-FFF2-40B4-BE49-F238E27FC236}">
                  <a16:creationId xmlns:a16="http://schemas.microsoft.com/office/drawing/2014/main" id="{2F39032C-593A-FE70-55BA-ADB1F5DEEB23}"/>
                </a:ext>
              </a:extLst>
            </p:cNvPr>
            <p:cNvSpPr/>
            <p:nvPr/>
          </p:nvSpPr>
          <p:spPr>
            <a:xfrm>
              <a:off x="747794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7" name="Oval 796">
              <a:extLst>
                <a:ext uri="{FF2B5EF4-FFF2-40B4-BE49-F238E27FC236}">
                  <a16:creationId xmlns:a16="http://schemas.microsoft.com/office/drawing/2014/main" id="{758DC166-D8B9-C336-8843-BC4EA84AC8E8}"/>
                </a:ext>
              </a:extLst>
            </p:cNvPr>
            <p:cNvSpPr/>
            <p:nvPr/>
          </p:nvSpPr>
          <p:spPr>
            <a:xfrm>
              <a:off x="763561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8" name="Oval 797">
              <a:extLst>
                <a:ext uri="{FF2B5EF4-FFF2-40B4-BE49-F238E27FC236}">
                  <a16:creationId xmlns:a16="http://schemas.microsoft.com/office/drawing/2014/main" id="{DD3E3DEB-A63D-829C-585C-5B9302848207}"/>
                </a:ext>
              </a:extLst>
            </p:cNvPr>
            <p:cNvSpPr/>
            <p:nvPr/>
          </p:nvSpPr>
          <p:spPr>
            <a:xfrm>
              <a:off x="779329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9" name="Oval 798">
              <a:extLst>
                <a:ext uri="{FF2B5EF4-FFF2-40B4-BE49-F238E27FC236}">
                  <a16:creationId xmlns:a16="http://schemas.microsoft.com/office/drawing/2014/main" id="{E61EE76A-5057-A597-BBB7-275603F0CCA3}"/>
                </a:ext>
              </a:extLst>
            </p:cNvPr>
            <p:cNvSpPr/>
            <p:nvPr/>
          </p:nvSpPr>
          <p:spPr>
            <a:xfrm>
              <a:off x="795096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0" name="Oval 799">
              <a:extLst>
                <a:ext uri="{FF2B5EF4-FFF2-40B4-BE49-F238E27FC236}">
                  <a16:creationId xmlns:a16="http://schemas.microsoft.com/office/drawing/2014/main" id="{B47BFCC5-5C6D-52E9-854C-63AC100373E7}"/>
                </a:ext>
              </a:extLst>
            </p:cNvPr>
            <p:cNvSpPr/>
            <p:nvPr/>
          </p:nvSpPr>
          <p:spPr>
            <a:xfrm>
              <a:off x="810863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1" name="Oval 800">
              <a:extLst>
                <a:ext uri="{FF2B5EF4-FFF2-40B4-BE49-F238E27FC236}">
                  <a16:creationId xmlns:a16="http://schemas.microsoft.com/office/drawing/2014/main" id="{79CF74FE-F02C-6E56-7B4D-1525FB2909E1}"/>
                </a:ext>
              </a:extLst>
            </p:cNvPr>
            <p:cNvSpPr/>
            <p:nvPr/>
          </p:nvSpPr>
          <p:spPr>
            <a:xfrm>
              <a:off x="826631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2" name="Oval 801">
              <a:extLst>
                <a:ext uri="{FF2B5EF4-FFF2-40B4-BE49-F238E27FC236}">
                  <a16:creationId xmlns:a16="http://schemas.microsoft.com/office/drawing/2014/main" id="{7E8CEE20-D345-B4F6-8C3A-144A53848553}"/>
                </a:ext>
              </a:extLst>
            </p:cNvPr>
            <p:cNvSpPr/>
            <p:nvPr/>
          </p:nvSpPr>
          <p:spPr>
            <a:xfrm>
              <a:off x="842398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3" name="Oval 802">
              <a:extLst>
                <a:ext uri="{FF2B5EF4-FFF2-40B4-BE49-F238E27FC236}">
                  <a16:creationId xmlns:a16="http://schemas.microsoft.com/office/drawing/2014/main" id="{0CB518C1-A61B-9E55-CB00-1E677B535D0C}"/>
                </a:ext>
              </a:extLst>
            </p:cNvPr>
            <p:cNvSpPr/>
            <p:nvPr/>
          </p:nvSpPr>
          <p:spPr>
            <a:xfrm>
              <a:off x="858165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4" name="Oval 803">
              <a:extLst>
                <a:ext uri="{FF2B5EF4-FFF2-40B4-BE49-F238E27FC236}">
                  <a16:creationId xmlns:a16="http://schemas.microsoft.com/office/drawing/2014/main" id="{662DDBD9-9751-C948-EF5C-DA4A1499131E}"/>
                </a:ext>
              </a:extLst>
            </p:cNvPr>
            <p:cNvSpPr/>
            <p:nvPr/>
          </p:nvSpPr>
          <p:spPr>
            <a:xfrm>
              <a:off x="873932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5" name="Oval 804">
              <a:extLst>
                <a:ext uri="{FF2B5EF4-FFF2-40B4-BE49-F238E27FC236}">
                  <a16:creationId xmlns:a16="http://schemas.microsoft.com/office/drawing/2014/main" id="{70D45C22-2192-741E-B0C0-D9863F80647A}"/>
                </a:ext>
              </a:extLst>
            </p:cNvPr>
            <p:cNvSpPr/>
            <p:nvPr/>
          </p:nvSpPr>
          <p:spPr>
            <a:xfrm>
              <a:off x="889700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6" name="Oval 805">
              <a:extLst>
                <a:ext uri="{FF2B5EF4-FFF2-40B4-BE49-F238E27FC236}">
                  <a16:creationId xmlns:a16="http://schemas.microsoft.com/office/drawing/2014/main" id="{2C9A299B-1255-7546-3EDF-E06D17E68224}"/>
                </a:ext>
              </a:extLst>
            </p:cNvPr>
            <p:cNvSpPr/>
            <p:nvPr/>
          </p:nvSpPr>
          <p:spPr>
            <a:xfrm>
              <a:off x="905467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7" name="Oval 806">
              <a:extLst>
                <a:ext uri="{FF2B5EF4-FFF2-40B4-BE49-F238E27FC236}">
                  <a16:creationId xmlns:a16="http://schemas.microsoft.com/office/drawing/2014/main" id="{72311DD6-3233-C3CD-6B41-595E78CC866F}"/>
                </a:ext>
              </a:extLst>
            </p:cNvPr>
            <p:cNvSpPr/>
            <p:nvPr/>
          </p:nvSpPr>
          <p:spPr>
            <a:xfrm>
              <a:off x="921234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8" name="Oval 807">
              <a:extLst>
                <a:ext uri="{FF2B5EF4-FFF2-40B4-BE49-F238E27FC236}">
                  <a16:creationId xmlns:a16="http://schemas.microsoft.com/office/drawing/2014/main" id="{97DA1DC3-5681-4FA2-3E5D-058D1DAC72D7}"/>
                </a:ext>
              </a:extLst>
            </p:cNvPr>
            <p:cNvSpPr/>
            <p:nvPr/>
          </p:nvSpPr>
          <p:spPr>
            <a:xfrm>
              <a:off x="937002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9" name="Oval 808">
              <a:extLst>
                <a:ext uri="{FF2B5EF4-FFF2-40B4-BE49-F238E27FC236}">
                  <a16:creationId xmlns:a16="http://schemas.microsoft.com/office/drawing/2014/main" id="{EDF97EB5-31FE-F8BC-186D-92D816DD8BFD}"/>
                </a:ext>
              </a:extLst>
            </p:cNvPr>
            <p:cNvSpPr/>
            <p:nvPr/>
          </p:nvSpPr>
          <p:spPr>
            <a:xfrm>
              <a:off x="952769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0" name="Oval 809">
              <a:extLst>
                <a:ext uri="{FF2B5EF4-FFF2-40B4-BE49-F238E27FC236}">
                  <a16:creationId xmlns:a16="http://schemas.microsoft.com/office/drawing/2014/main" id="{EA1E8633-2AFD-DA32-CF78-DDE854E2619F}"/>
                </a:ext>
              </a:extLst>
            </p:cNvPr>
            <p:cNvSpPr/>
            <p:nvPr/>
          </p:nvSpPr>
          <p:spPr>
            <a:xfrm>
              <a:off x="968536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1" name="Oval 810">
              <a:extLst>
                <a:ext uri="{FF2B5EF4-FFF2-40B4-BE49-F238E27FC236}">
                  <a16:creationId xmlns:a16="http://schemas.microsoft.com/office/drawing/2014/main" id="{7C0AA074-9205-3F37-4F21-90CCD33FB905}"/>
                </a:ext>
              </a:extLst>
            </p:cNvPr>
            <p:cNvSpPr/>
            <p:nvPr/>
          </p:nvSpPr>
          <p:spPr>
            <a:xfrm>
              <a:off x="98430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2" name="Oval 811">
              <a:extLst>
                <a:ext uri="{FF2B5EF4-FFF2-40B4-BE49-F238E27FC236}">
                  <a16:creationId xmlns:a16="http://schemas.microsoft.com/office/drawing/2014/main" id="{7B863840-3ADB-52CD-9328-B04965356C8F}"/>
                </a:ext>
              </a:extLst>
            </p:cNvPr>
            <p:cNvSpPr/>
            <p:nvPr/>
          </p:nvSpPr>
          <p:spPr>
            <a:xfrm>
              <a:off x="1000071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3" name="Oval 812">
              <a:extLst>
                <a:ext uri="{FF2B5EF4-FFF2-40B4-BE49-F238E27FC236}">
                  <a16:creationId xmlns:a16="http://schemas.microsoft.com/office/drawing/2014/main" id="{F1CAE33B-3AB7-BB32-9AE1-F92F0EA2CA3C}"/>
                </a:ext>
              </a:extLst>
            </p:cNvPr>
            <p:cNvSpPr/>
            <p:nvPr/>
          </p:nvSpPr>
          <p:spPr>
            <a:xfrm>
              <a:off x="1015838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4" name="Oval 813">
              <a:extLst>
                <a:ext uri="{FF2B5EF4-FFF2-40B4-BE49-F238E27FC236}">
                  <a16:creationId xmlns:a16="http://schemas.microsoft.com/office/drawing/2014/main" id="{A652B92C-D546-64AB-D4F1-7C94BF83FDD1}"/>
                </a:ext>
              </a:extLst>
            </p:cNvPr>
            <p:cNvSpPr/>
            <p:nvPr/>
          </p:nvSpPr>
          <p:spPr>
            <a:xfrm>
              <a:off x="1031605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5" name="Oval 814">
              <a:extLst>
                <a:ext uri="{FF2B5EF4-FFF2-40B4-BE49-F238E27FC236}">
                  <a16:creationId xmlns:a16="http://schemas.microsoft.com/office/drawing/2014/main" id="{5D5102A9-6EB1-71AD-4B2C-A33957D023E0}"/>
                </a:ext>
              </a:extLst>
            </p:cNvPr>
            <p:cNvSpPr/>
            <p:nvPr/>
          </p:nvSpPr>
          <p:spPr>
            <a:xfrm>
              <a:off x="1047373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16" name="Oval 815">
              <a:extLst>
                <a:ext uri="{FF2B5EF4-FFF2-40B4-BE49-F238E27FC236}">
                  <a16:creationId xmlns:a16="http://schemas.microsoft.com/office/drawing/2014/main" id="{A80B3F61-B976-8704-A62F-30113BE74ACC}"/>
                </a:ext>
              </a:extLst>
            </p:cNvPr>
            <p:cNvSpPr/>
            <p:nvPr/>
          </p:nvSpPr>
          <p:spPr>
            <a:xfrm>
              <a:off x="1063140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7" name="Oval 816">
              <a:extLst>
                <a:ext uri="{FF2B5EF4-FFF2-40B4-BE49-F238E27FC236}">
                  <a16:creationId xmlns:a16="http://schemas.microsoft.com/office/drawing/2014/main" id="{286C1586-9DF1-F2C3-183E-15201A5658F1}"/>
                </a:ext>
              </a:extLst>
            </p:cNvPr>
            <p:cNvSpPr/>
            <p:nvPr/>
          </p:nvSpPr>
          <p:spPr>
            <a:xfrm>
              <a:off x="1078907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8" name="Oval 817">
              <a:extLst>
                <a:ext uri="{FF2B5EF4-FFF2-40B4-BE49-F238E27FC236}">
                  <a16:creationId xmlns:a16="http://schemas.microsoft.com/office/drawing/2014/main" id="{DD648A1A-412B-EB03-9F66-3D1977E47B80}"/>
                </a:ext>
              </a:extLst>
            </p:cNvPr>
            <p:cNvSpPr/>
            <p:nvPr/>
          </p:nvSpPr>
          <p:spPr>
            <a:xfrm>
              <a:off x="1094675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9" name="Oval 818">
              <a:extLst>
                <a:ext uri="{FF2B5EF4-FFF2-40B4-BE49-F238E27FC236}">
                  <a16:creationId xmlns:a16="http://schemas.microsoft.com/office/drawing/2014/main" id="{64A3E720-3053-3191-CB6D-CFFF3D9D7088}"/>
                </a:ext>
              </a:extLst>
            </p:cNvPr>
            <p:cNvSpPr/>
            <p:nvPr/>
          </p:nvSpPr>
          <p:spPr>
            <a:xfrm>
              <a:off x="111044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20" name="Group 819">
            <a:extLst>
              <a:ext uri="{FF2B5EF4-FFF2-40B4-BE49-F238E27FC236}">
                <a16:creationId xmlns:a16="http://schemas.microsoft.com/office/drawing/2014/main" id="{8267CD36-10EB-E03F-797F-EDC77C40E71C}"/>
              </a:ext>
            </a:extLst>
          </p:cNvPr>
          <p:cNvGrpSpPr/>
          <p:nvPr/>
        </p:nvGrpSpPr>
        <p:grpSpPr>
          <a:xfrm>
            <a:off x="1013352" y="5947651"/>
            <a:ext cx="10163088" cy="72000"/>
            <a:chOff x="1013352" y="5124691"/>
            <a:chExt cx="10163088" cy="72000"/>
          </a:xfrm>
        </p:grpSpPr>
        <p:cxnSp>
          <p:nvCxnSpPr>
            <p:cNvPr id="821" name="Straight Connector 820">
              <a:extLst>
                <a:ext uri="{FF2B5EF4-FFF2-40B4-BE49-F238E27FC236}">
                  <a16:creationId xmlns:a16="http://schemas.microsoft.com/office/drawing/2014/main" id="{AA2D14E8-9A29-DC8E-C384-D690AEA42D5A}"/>
                </a:ext>
              </a:extLst>
            </p:cNvPr>
            <p:cNvCxnSpPr>
              <a:cxnSpLocks/>
            </p:cNvCxnSpPr>
            <p:nvPr/>
          </p:nvCxnSpPr>
          <p:spPr>
            <a:xfrm>
              <a:off x="1051560" y="5160691"/>
              <a:ext cx="1008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2" name="Oval 821">
              <a:extLst>
                <a:ext uri="{FF2B5EF4-FFF2-40B4-BE49-F238E27FC236}">
                  <a16:creationId xmlns:a16="http://schemas.microsoft.com/office/drawing/2014/main" id="{4114E0AD-4E52-39A4-616B-1F816905244E}"/>
                </a:ext>
              </a:extLst>
            </p:cNvPr>
            <p:cNvSpPr/>
            <p:nvPr/>
          </p:nvSpPr>
          <p:spPr>
            <a:xfrm>
              <a:off x="101335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3" name="Oval 822">
              <a:extLst>
                <a:ext uri="{FF2B5EF4-FFF2-40B4-BE49-F238E27FC236}">
                  <a16:creationId xmlns:a16="http://schemas.microsoft.com/office/drawing/2014/main" id="{4ACAB679-4676-8D55-73C4-0F3080804665}"/>
                </a:ext>
              </a:extLst>
            </p:cNvPr>
            <p:cNvSpPr/>
            <p:nvPr/>
          </p:nvSpPr>
          <p:spPr>
            <a:xfrm>
              <a:off x="117102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4" name="Oval 823">
              <a:extLst>
                <a:ext uri="{FF2B5EF4-FFF2-40B4-BE49-F238E27FC236}">
                  <a16:creationId xmlns:a16="http://schemas.microsoft.com/office/drawing/2014/main" id="{C225E19B-BC5C-538C-EB93-DEA8BBF53977}"/>
                </a:ext>
              </a:extLst>
            </p:cNvPr>
            <p:cNvSpPr/>
            <p:nvPr/>
          </p:nvSpPr>
          <p:spPr>
            <a:xfrm>
              <a:off x="132869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5" name="Oval 824">
              <a:extLst>
                <a:ext uri="{FF2B5EF4-FFF2-40B4-BE49-F238E27FC236}">
                  <a16:creationId xmlns:a16="http://schemas.microsoft.com/office/drawing/2014/main" id="{E7ED3DA9-2654-3F9E-BEC0-667F8E5123CF}"/>
                </a:ext>
              </a:extLst>
            </p:cNvPr>
            <p:cNvSpPr/>
            <p:nvPr/>
          </p:nvSpPr>
          <p:spPr>
            <a:xfrm>
              <a:off x="148637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6" name="Oval 825">
              <a:extLst>
                <a:ext uri="{FF2B5EF4-FFF2-40B4-BE49-F238E27FC236}">
                  <a16:creationId xmlns:a16="http://schemas.microsoft.com/office/drawing/2014/main" id="{9CCBBC48-CB4D-1562-CB53-5494A8004E40}"/>
                </a:ext>
              </a:extLst>
            </p:cNvPr>
            <p:cNvSpPr/>
            <p:nvPr/>
          </p:nvSpPr>
          <p:spPr>
            <a:xfrm>
              <a:off x="164404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7" name="Oval 826">
              <a:extLst>
                <a:ext uri="{FF2B5EF4-FFF2-40B4-BE49-F238E27FC236}">
                  <a16:creationId xmlns:a16="http://schemas.microsoft.com/office/drawing/2014/main" id="{B3604CC4-081D-1D98-455A-992951B7C780}"/>
                </a:ext>
              </a:extLst>
            </p:cNvPr>
            <p:cNvSpPr/>
            <p:nvPr/>
          </p:nvSpPr>
          <p:spPr>
            <a:xfrm>
              <a:off x="180171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8" name="Oval 827">
              <a:extLst>
                <a:ext uri="{FF2B5EF4-FFF2-40B4-BE49-F238E27FC236}">
                  <a16:creationId xmlns:a16="http://schemas.microsoft.com/office/drawing/2014/main" id="{74CC595C-7D55-4890-6FD0-06A298DE2085}"/>
                </a:ext>
              </a:extLst>
            </p:cNvPr>
            <p:cNvSpPr/>
            <p:nvPr/>
          </p:nvSpPr>
          <p:spPr>
            <a:xfrm>
              <a:off x="195939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9" name="Oval 828">
              <a:extLst>
                <a:ext uri="{FF2B5EF4-FFF2-40B4-BE49-F238E27FC236}">
                  <a16:creationId xmlns:a16="http://schemas.microsoft.com/office/drawing/2014/main" id="{E838A58D-04F1-FC1E-938F-678FDCADB623}"/>
                </a:ext>
              </a:extLst>
            </p:cNvPr>
            <p:cNvSpPr/>
            <p:nvPr/>
          </p:nvSpPr>
          <p:spPr>
            <a:xfrm>
              <a:off x="211706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0" name="Oval 829">
              <a:extLst>
                <a:ext uri="{FF2B5EF4-FFF2-40B4-BE49-F238E27FC236}">
                  <a16:creationId xmlns:a16="http://schemas.microsoft.com/office/drawing/2014/main" id="{649D43EA-6DE5-EA3D-D22B-761D40DE0BFB}"/>
                </a:ext>
              </a:extLst>
            </p:cNvPr>
            <p:cNvSpPr/>
            <p:nvPr/>
          </p:nvSpPr>
          <p:spPr>
            <a:xfrm>
              <a:off x="227473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1" name="Oval 830">
              <a:extLst>
                <a:ext uri="{FF2B5EF4-FFF2-40B4-BE49-F238E27FC236}">
                  <a16:creationId xmlns:a16="http://schemas.microsoft.com/office/drawing/2014/main" id="{605EDFCD-B915-D397-48BF-88CE15903D3F}"/>
                </a:ext>
              </a:extLst>
            </p:cNvPr>
            <p:cNvSpPr/>
            <p:nvPr/>
          </p:nvSpPr>
          <p:spPr>
            <a:xfrm>
              <a:off x="243240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2" name="Oval 831">
              <a:extLst>
                <a:ext uri="{FF2B5EF4-FFF2-40B4-BE49-F238E27FC236}">
                  <a16:creationId xmlns:a16="http://schemas.microsoft.com/office/drawing/2014/main" id="{759815EB-DC55-C555-E1F2-495FF67DC220}"/>
                </a:ext>
              </a:extLst>
            </p:cNvPr>
            <p:cNvSpPr/>
            <p:nvPr/>
          </p:nvSpPr>
          <p:spPr>
            <a:xfrm>
              <a:off x="259008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3" name="Oval 832">
              <a:extLst>
                <a:ext uri="{FF2B5EF4-FFF2-40B4-BE49-F238E27FC236}">
                  <a16:creationId xmlns:a16="http://schemas.microsoft.com/office/drawing/2014/main" id="{BE63AA7C-5802-2F27-8769-4AEEA070B414}"/>
                </a:ext>
              </a:extLst>
            </p:cNvPr>
            <p:cNvSpPr/>
            <p:nvPr/>
          </p:nvSpPr>
          <p:spPr>
            <a:xfrm>
              <a:off x="274775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4" name="Oval 833">
              <a:extLst>
                <a:ext uri="{FF2B5EF4-FFF2-40B4-BE49-F238E27FC236}">
                  <a16:creationId xmlns:a16="http://schemas.microsoft.com/office/drawing/2014/main" id="{9ED3D0BB-8DF2-1F65-0721-64FA6DE0A59B}"/>
                </a:ext>
              </a:extLst>
            </p:cNvPr>
            <p:cNvSpPr/>
            <p:nvPr/>
          </p:nvSpPr>
          <p:spPr>
            <a:xfrm>
              <a:off x="290542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5" name="Oval 834">
              <a:extLst>
                <a:ext uri="{FF2B5EF4-FFF2-40B4-BE49-F238E27FC236}">
                  <a16:creationId xmlns:a16="http://schemas.microsoft.com/office/drawing/2014/main" id="{8BA0A0BE-5191-8EE5-371E-16D452F88A45}"/>
                </a:ext>
              </a:extLst>
            </p:cNvPr>
            <p:cNvSpPr/>
            <p:nvPr/>
          </p:nvSpPr>
          <p:spPr>
            <a:xfrm>
              <a:off x="306310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6" name="Oval 835">
              <a:extLst>
                <a:ext uri="{FF2B5EF4-FFF2-40B4-BE49-F238E27FC236}">
                  <a16:creationId xmlns:a16="http://schemas.microsoft.com/office/drawing/2014/main" id="{F36F9DE5-21C8-1FE0-B3BF-B1E5BC609C08}"/>
                </a:ext>
              </a:extLst>
            </p:cNvPr>
            <p:cNvSpPr/>
            <p:nvPr/>
          </p:nvSpPr>
          <p:spPr>
            <a:xfrm>
              <a:off x="322077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7" name="Oval 836">
              <a:extLst>
                <a:ext uri="{FF2B5EF4-FFF2-40B4-BE49-F238E27FC236}">
                  <a16:creationId xmlns:a16="http://schemas.microsoft.com/office/drawing/2014/main" id="{D68E8940-7EFC-2694-09F5-75974D77AF8D}"/>
                </a:ext>
              </a:extLst>
            </p:cNvPr>
            <p:cNvSpPr/>
            <p:nvPr/>
          </p:nvSpPr>
          <p:spPr>
            <a:xfrm>
              <a:off x="337844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8" name="Oval 837">
              <a:extLst>
                <a:ext uri="{FF2B5EF4-FFF2-40B4-BE49-F238E27FC236}">
                  <a16:creationId xmlns:a16="http://schemas.microsoft.com/office/drawing/2014/main" id="{1CC7FFC8-9174-8552-4A2B-53A84685B775}"/>
                </a:ext>
              </a:extLst>
            </p:cNvPr>
            <p:cNvSpPr/>
            <p:nvPr/>
          </p:nvSpPr>
          <p:spPr>
            <a:xfrm>
              <a:off x="353612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9" name="Oval 838">
              <a:extLst>
                <a:ext uri="{FF2B5EF4-FFF2-40B4-BE49-F238E27FC236}">
                  <a16:creationId xmlns:a16="http://schemas.microsoft.com/office/drawing/2014/main" id="{1DBDF72B-3A08-C61D-DA30-5E1A01EA2F6B}"/>
                </a:ext>
              </a:extLst>
            </p:cNvPr>
            <p:cNvSpPr/>
            <p:nvPr/>
          </p:nvSpPr>
          <p:spPr>
            <a:xfrm>
              <a:off x="369379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0" name="Oval 839">
              <a:extLst>
                <a:ext uri="{FF2B5EF4-FFF2-40B4-BE49-F238E27FC236}">
                  <a16:creationId xmlns:a16="http://schemas.microsoft.com/office/drawing/2014/main" id="{6B779748-7658-381B-C0F4-400B24BB9629}"/>
                </a:ext>
              </a:extLst>
            </p:cNvPr>
            <p:cNvSpPr/>
            <p:nvPr/>
          </p:nvSpPr>
          <p:spPr>
            <a:xfrm>
              <a:off x="385146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1" name="Oval 840">
              <a:extLst>
                <a:ext uri="{FF2B5EF4-FFF2-40B4-BE49-F238E27FC236}">
                  <a16:creationId xmlns:a16="http://schemas.microsoft.com/office/drawing/2014/main" id="{E7B564B1-87B6-809D-4343-05E892070E07}"/>
                </a:ext>
              </a:extLst>
            </p:cNvPr>
            <p:cNvSpPr/>
            <p:nvPr/>
          </p:nvSpPr>
          <p:spPr>
            <a:xfrm>
              <a:off x="400913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2" name="Oval 841">
              <a:extLst>
                <a:ext uri="{FF2B5EF4-FFF2-40B4-BE49-F238E27FC236}">
                  <a16:creationId xmlns:a16="http://schemas.microsoft.com/office/drawing/2014/main" id="{5A674FCF-1312-49D1-FE27-E3E2188B8009}"/>
                </a:ext>
              </a:extLst>
            </p:cNvPr>
            <p:cNvSpPr/>
            <p:nvPr/>
          </p:nvSpPr>
          <p:spPr>
            <a:xfrm>
              <a:off x="416681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3" name="Oval 842">
              <a:extLst>
                <a:ext uri="{FF2B5EF4-FFF2-40B4-BE49-F238E27FC236}">
                  <a16:creationId xmlns:a16="http://schemas.microsoft.com/office/drawing/2014/main" id="{4DF2FC6C-F77A-14BD-000F-4D25258CFAA6}"/>
                </a:ext>
              </a:extLst>
            </p:cNvPr>
            <p:cNvSpPr/>
            <p:nvPr/>
          </p:nvSpPr>
          <p:spPr>
            <a:xfrm>
              <a:off x="432448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4" name="Oval 843">
              <a:extLst>
                <a:ext uri="{FF2B5EF4-FFF2-40B4-BE49-F238E27FC236}">
                  <a16:creationId xmlns:a16="http://schemas.microsoft.com/office/drawing/2014/main" id="{82B9BBB1-D6AB-E18C-2972-82BC9C28A4B4}"/>
                </a:ext>
              </a:extLst>
            </p:cNvPr>
            <p:cNvSpPr/>
            <p:nvPr/>
          </p:nvSpPr>
          <p:spPr>
            <a:xfrm>
              <a:off x="448215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5" name="Oval 844">
              <a:extLst>
                <a:ext uri="{FF2B5EF4-FFF2-40B4-BE49-F238E27FC236}">
                  <a16:creationId xmlns:a16="http://schemas.microsoft.com/office/drawing/2014/main" id="{8DEC7DBF-8F0E-1BBB-2232-1016527F935B}"/>
                </a:ext>
              </a:extLst>
            </p:cNvPr>
            <p:cNvSpPr/>
            <p:nvPr/>
          </p:nvSpPr>
          <p:spPr>
            <a:xfrm>
              <a:off x="463983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6" name="Oval 845">
              <a:extLst>
                <a:ext uri="{FF2B5EF4-FFF2-40B4-BE49-F238E27FC236}">
                  <a16:creationId xmlns:a16="http://schemas.microsoft.com/office/drawing/2014/main" id="{00EF946C-684A-AF5C-A016-6AAED9D91E13}"/>
                </a:ext>
              </a:extLst>
            </p:cNvPr>
            <p:cNvSpPr/>
            <p:nvPr/>
          </p:nvSpPr>
          <p:spPr>
            <a:xfrm>
              <a:off x="479750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7" name="Oval 846">
              <a:extLst>
                <a:ext uri="{FF2B5EF4-FFF2-40B4-BE49-F238E27FC236}">
                  <a16:creationId xmlns:a16="http://schemas.microsoft.com/office/drawing/2014/main" id="{C49D409A-F985-37EA-26F6-D5F0C1F8C0EB}"/>
                </a:ext>
              </a:extLst>
            </p:cNvPr>
            <p:cNvSpPr/>
            <p:nvPr/>
          </p:nvSpPr>
          <p:spPr>
            <a:xfrm>
              <a:off x="495517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8" name="Oval 847">
              <a:extLst>
                <a:ext uri="{FF2B5EF4-FFF2-40B4-BE49-F238E27FC236}">
                  <a16:creationId xmlns:a16="http://schemas.microsoft.com/office/drawing/2014/main" id="{0D01CAF2-9A2E-0329-AC90-3E542ABE1DF2}"/>
                </a:ext>
              </a:extLst>
            </p:cNvPr>
            <p:cNvSpPr/>
            <p:nvPr/>
          </p:nvSpPr>
          <p:spPr>
            <a:xfrm>
              <a:off x="511285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9" name="Oval 848">
              <a:extLst>
                <a:ext uri="{FF2B5EF4-FFF2-40B4-BE49-F238E27FC236}">
                  <a16:creationId xmlns:a16="http://schemas.microsoft.com/office/drawing/2014/main" id="{9D15DB2E-C477-8B23-BDE8-FAD819626960}"/>
                </a:ext>
              </a:extLst>
            </p:cNvPr>
            <p:cNvSpPr/>
            <p:nvPr/>
          </p:nvSpPr>
          <p:spPr>
            <a:xfrm>
              <a:off x="527052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0" name="Oval 849">
              <a:extLst>
                <a:ext uri="{FF2B5EF4-FFF2-40B4-BE49-F238E27FC236}">
                  <a16:creationId xmlns:a16="http://schemas.microsoft.com/office/drawing/2014/main" id="{6B564171-60F5-34A1-8097-26352E0EE46A}"/>
                </a:ext>
              </a:extLst>
            </p:cNvPr>
            <p:cNvSpPr/>
            <p:nvPr/>
          </p:nvSpPr>
          <p:spPr>
            <a:xfrm>
              <a:off x="542819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1" name="Oval 850">
              <a:extLst>
                <a:ext uri="{FF2B5EF4-FFF2-40B4-BE49-F238E27FC236}">
                  <a16:creationId xmlns:a16="http://schemas.microsoft.com/office/drawing/2014/main" id="{4E928C53-41F2-B8E9-F44F-AA1437ABDFB6}"/>
                </a:ext>
              </a:extLst>
            </p:cNvPr>
            <p:cNvSpPr/>
            <p:nvPr/>
          </p:nvSpPr>
          <p:spPr>
            <a:xfrm>
              <a:off x="558586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2" name="Oval 851">
              <a:extLst>
                <a:ext uri="{FF2B5EF4-FFF2-40B4-BE49-F238E27FC236}">
                  <a16:creationId xmlns:a16="http://schemas.microsoft.com/office/drawing/2014/main" id="{98317BE5-D4D7-3F3F-BA34-485EF5961BA7}"/>
                </a:ext>
              </a:extLst>
            </p:cNvPr>
            <p:cNvSpPr/>
            <p:nvPr/>
          </p:nvSpPr>
          <p:spPr>
            <a:xfrm>
              <a:off x="574354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3" name="Oval 852">
              <a:extLst>
                <a:ext uri="{FF2B5EF4-FFF2-40B4-BE49-F238E27FC236}">
                  <a16:creationId xmlns:a16="http://schemas.microsoft.com/office/drawing/2014/main" id="{6319FEA8-3439-254F-4A23-97B4CB2CC522}"/>
                </a:ext>
              </a:extLst>
            </p:cNvPr>
            <p:cNvSpPr/>
            <p:nvPr/>
          </p:nvSpPr>
          <p:spPr>
            <a:xfrm>
              <a:off x="590121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4" name="Oval 853">
              <a:extLst>
                <a:ext uri="{FF2B5EF4-FFF2-40B4-BE49-F238E27FC236}">
                  <a16:creationId xmlns:a16="http://schemas.microsoft.com/office/drawing/2014/main" id="{F237014C-96E3-7BE2-42EE-FAB55A486C99}"/>
                </a:ext>
              </a:extLst>
            </p:cNvPr>
            <p:cNvSpPr/>
            <p:nvPr/>
          </p:nvSpPr>
          <p:spPr>
            <a:xfrm>
              <a:off x="605888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5" name="Oval 854">
              <a:extLst>
                <a:ext uri="{FF2B5EF4-FFF2-40B4-BE49-F238E27FC236}">
                  <a16:creationId xmlns:a16="http://schemas.microsoft.com/office/drawing/2014/main" id="{921E91E0-0F35-CF3D-CE12-BBBF90530128}"/>
                </a:ext>
              </a:extLst>
            </p:cNvPr>
            <p:cNvSpPr/>
            <p:nvPr/>
          </p:nvSpPr>
          <p:spPr>
            <a:xfrm>
              <a:off x="621656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6" name="Oval 855">
              <a:extLst>
                <a:ext uri="{FF2B5EF4-FFF2-40B4-BE49-F238E27FC236}">
                  <a16:creationId xmlns:a16="http://schemas.microsoft.com/office/drawing/2014/main" id="{294DACF0-62CB-1ADD-57BB-A54B4C934C00}"/>
                </a:ext>
              </a:extLst>
            </p:cNvPr>
            <p:cNvSpPr/>
            <p:nvPr/>
          </p:nvSpPr>
          <p:spPr>
            <a:xfrm>
              <a:off x="637423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7" name="Oval 856">
              <a:extLst>
                <a:ext uri="{FF2B5EF4-FFF2-40B4-BE49-F238E27FC236}">
                  <a16:creationId xmlns:a16="http://schemas.microsoft.com/office/drawing/2014/main" id="{72A8235B-2A43-5506-7B0D-8873E5EF3BAB}"/>
                </a:ext>
              </a:extLst>
            </p:cNvPr>
            <p:cNvSpPr/>
            <p:nvPr/>
          </p:nvSpPr>
          <p:spPr>
            <a:xfrm>
              <a:off x="653190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8" name="Oval 857">
              <a:extLst>
                <a:ext uri="{FF2B5EF4-FFF2-40B4-BE49-F238E27FC236}">
                  <a16:creationId xmlns:a16="http://schemas.microsoft.com/office/drawing/2014/main" id="{E45BC6DF-36C2-C6E8-5863-261B7D14542E}"/>
                </a:ext>
              </a:extLst>
            </p:cNvPr>
            <p:cNvSpPr/>
            <p:nvPr/>
          </p:nvSpPr>
          <p:spPr>
            <a:xfrm>
              <a:off x="668958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9" name="Oval 858">
              <a:extLst>
                <a:ext uri="{FF2B5EF4-FFF2-40B4-BE49-F238E27FC236}">
                  <a16:creationId xmlns:a16="http://schemas.microsoft.com/office/drawing/2014/main" id="{B1B57400-5E94-39BA-703B-34D660E3DF58}"/>
                </a:ext>
              </a:extLst>
            </p:cNvPr>
            <p:cNvSpPr/>
            <p:nvPr/>
          </p:nvSpPr>
          <p:spPr>
            <a:xfrm>
              <a:off x="684725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0" name="Oval 859">
              <a:extLst>
                <a:ext uri="{FF2B5EF4-FFF2-40B4-BE49-F238E27FC236}">
                  <a16:creationId xmlns:a16="http://schemas.microsoft.com/office/drawing/2014/main" id="{686003BC-6862-8DA7-1D59-BA8A612CBA7D}"/>
                </a:ext>
              </a:extLst>
            </p:cNvPr>
            <p:cNvSpPr/>
            <p:nvPr/>
          </p:nvSpPr>
          <p:spPr>
            <a:xfrm>
              <a:off x="700492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1" name="Oval 860">
              <a:extLst>
                <a:ext uri="{FF2B5EF4-FFF2-40B4-BE49-F238E27FC236}">
                  <a16:creationId xmlns:a16="http://schemas.microsoft.com/office/drawing/2014/main" id="{019EE6AF-8969-A297-5AEF-EE437F526F41}"/>
                </a:ext>
              </a:extLst>
            </p:cNvPr>
            <p:cNvSpPr/>
            <p:nvPr/>
          </p:nvSpPr>
          <p:spPr>
            <a:xfrm>
              <a:off x="716259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2" name="Oval 861">
              <a:extLst>
                <a:ext uri="{FF2B5EF4-FFF2-40B4-BE49-F238E27FC236}">
                  <a16:creationId xmlns:a16="http://schemas.microsoft.com/office/drawing/2014/main" id="{1620A858-41C2-5D6E-C99C-123A5C71E949}"/>
                </a:ext>
              </a:extLst>
            </p:cNvPr>
            <p:cNvSpPr/>
            <p:nvPr/>
          </p:nvSpPr>
          <p:spPr>
            <a:xfrm>
              <a:off x="732027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3" name="Oval 862">
              <a:extLst>
                <a:ext uri="{FF2B5EF4-FFF2-40B4-BE49-F238E27FC236}">
                  <a16:creationId xmlns:a16="http://schemas.microsoft.com/office/drawing/2014/main" id="{42A07EB6-89AA-384F-6CC7-D3458BE3C578}"/>
                </a:ext>
              </a:extLst>
            </p:cNvPr>
            <p:cNvSpPr/>
            <p:nvPr/>
          </p:nvSpPr>
          <p:spPr>
            <a:xfrm>
              <a:off x="747794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4" name="Oval 863">
              <a:extLst>
                <a:ext uri="{FF2B5EF4-FFF2-40B4-BE49-F238E27FC236}">
                  <a16:creationId xmlns:a16="http://schemas.microsoft.com/office/drawing/2014/main" id="{549C322E-438A-E3F5-082E-CBA2A7025ECF}"/>
                </a:ext>
              </a:extLst>
            </p:cNvPr>
            <p:cNvSpPr/>
            <p:nvPr/>
          </p:nvSpPr>
          <p:spPr>
            <a:xfrm>
              <a:off x="763561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5" name="Oval 864">
              <a:extLst>
                <a:ext uri="{FF2B5EF4-FFF2-40B4-BE49-F238E27FC236}">
                  <a16:creationId xmlns:a16="http://schemas.microsoft.com/office/drawing/2014/main" id="{AE535B00-DB55-C5F5-84F0-7A95AC0DCA43}"/>
                </a:ext>
              </a:extLst>
            </p:cNvPr>
            <p:cNvSpPr/>
            <p:nvPr/>
          </p:nvSpPr>
          <p:spPr>
            <a:xfrm>
              <a:off x="779329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6" name="Oval 865">
              <a:extLst>
                <a:ext uri="{FF2B5EF4-FFF2-40B4-BE49-F238E27FC236}">
                  <a16:creationId xmlns:a16="http://schemas.microsoft.com/office/drawing/2014/main" id="{68AD39A0-454F-FDF3-7105-83BF39F680E3}"/>
                </a:ext>
              </a:extLst>
            </p:cNvPr>
            <p:cNvSpPr/>
            <p:nvPr/>
          </p:nvSpPr>
          <p:spPr>
            <a:xfrm>
              <a:off x="795096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7" name="Oval 866">
              <a:extLst>
                <a:ext uri="{FF2B5EF4-FFF2-40B4-BE49-F238E27FC236}">
                  <a16:creationId xmlns:a16="http://schemas.microsoft.com/office/drawing/2014/main" id="{F3738C6A-AF8F-18D9-F07B-0628C7EB1DCD}"/>
                </a:ext>
              </a:extLst>
            </p:cNvPr>
            <p:cNvSpPr/>
            <p:nvPr/>
          </p:nvSpPr>
          <p:spPr>
            <a:xfrm>
              <a:off x="810863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8" name="Oval 867">
              <a:extLst>
                <a:ext uri="{FF2B5EF4-FFF2-40B4-BE49-F238E27FC236}">
                  <a16:creationId xmlns:a16="http://schemas.microsoft.com/office/drawing/2014/main" id="{E98D679B-449A-B765-ED43-74CBC5611B0B}"/>
                </a:ext>
              </a:extLst>
            </p:cNvPr>
            <p:cNvSpPr/>
            <p:nvPr/>
          </p:nvSpPr>
          <p:spPr>
            <a:xfrm>
              <a:off x="826631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9" name="Oval 868">
              <a:extLst>
                <a:ext uri="{FF2B5EF4-FFF2-40B4-BE49-F238E27FC236}">
                  <a16:creationId xmlns:a16="http://schemas.microsoft.com/office/drawing/2014/main" id="{8B0826DC-D2DF-12C7-1BF0-4E68118E583F}"/>
                </a:ext>
              </a:extLst>
            </p:cNvPr>
            <p:cNvSpPr/>
            <p:nvPr/>
          </p:nvSpPr>
          <p:spPr>
            <a:xfrm>
              <a:off x="842398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0" name="Oval 869">
              <a:extLst>
                <a:ext uri="{FF2B5EF4-FFF2-40B4-BE49-F238E27FC236}">
                  <a16:creationId xmlns:a16="http://schemas.microsoft.com/office/drawing/2014/main" id="{C2C650DD-56FA-9FDD-4637-AC98FE501D6B}"/>
                </a:ext>
              </a:extLst>
            </p:cNvPr>
            <p:cNvSpPr/>
            <p:nvPr/>
          </p:nvSpPr>
          <p:spPr>
            <a:xfrm>
              <a:off x="858165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1" name="Oval 870">
              <a:extLst>
                <a:ext uri="{FF2B5EF4-FFF2-40B4-BE49-F238E27FC236}">
                  <a16:creationId xmlns:a16="http://schemas.microsoft.com/office/drawing/2014/main" id="{AE8ED77D-C787-DD4B-9BE3-FB711A6A26AF}"/>
                </a:ext>
              </a:extLst>
            </p:cNvPr>
            <p:cNvSpPr/>
            <p:nvPr/>
          </p:nvSpPr>
          <p:spPr>
            <a:xfrm>
              <a:off x="873932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2" name="Oval 871">
              <a:extLst>
                <a:ext uri="{FF2B5EF4-FFF2-40B4-BE49-F238E27FC236}">
                  <a16:creationId xmlns:a16="http://schemas.microsoft.com/office/drawing/2014/main" id="{0A0BC49E-2AA0-70B5-4984-C82D49FE1EE6}"/>
                </a:ext>
              </a:extLst>
            </p:cNvPr>
            <p:cNvSpPr/>
            <p:nvPr/>
          </p:nvSpPr>
          <p:spPr>
            <a:xfrm>
              <a:off x="889700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3" name="Oval 872">
              <a:extLst>
                <a:ext uri="{FF2B5EF4-FFF2-40B4-BE49-F238E27FC236}">
                  <a16:creationId xmlns:a16="http://schemas.microsoft.com/office/drawing/2014/main" id="{2FDD11BF-65E6-FAA6-D5DB-F5FED4E4AC22}"/>
                </a:ext>
              </a:extLst>
            </p:cNvPr>
            <p:cNvSpPr/>
            <p:nvPr/>
          </p:nvSpPr>
          <p:spPr>
            <a:xfrm>
              <a:off x="905467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4" name="Oval 873">
              <a:extLst>
                <a:ext uri="{FF2B5EF4-FFF2-40B4-BE49-F238E27FC236}">
                  <a16:creationId xmlns:a16="http://schemas.microsoft.com/office/drawing/2014/main" id="{DE0EA9A3-A8FD-6155-55D3-444F08D8073C}"/>
                </a:ext>
              </a:extLst>
            </p:cNvPr>
            <p:cNvSpPr/>
            <p:nvPr/>
          </p:nvSpPr>
          <p:spPr>
            <a:xfrm>
              <a:off x="921234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5" name="Oval 874">
              <a:extLst>
                <a:ext uri="{FF2B5EF4-FFF2-40B4-BE49-F238E27FC236}">
                  <a16:creationId xmlns:a16="http://schemas.microsoft.com/office/drawing/2014/main" id="{C2C2CA73-2B8C-AE72-5D20-D00F1F4935E6}"/>
                </a:ext>
              </a:extLst>
            </p:cNvPr>
            <p:cNvSpPr/>
            <p:nvPr/>
          </p:nvSpPr>
          <p:spPr>
            <a:xfrm>
              <a:off x="937002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6" name="Oval 875">
              <a:extLst>
                <a:ext uri="{FF2B5EF4-FFF2-40B4-BE49-F238E27FC236}">
                  <a16:creationId xmlns:a16="http://schemas.microsoft.com/office/drawing/2014/main" id="{8C872F8A-03D2-6490-8221-3A2EC19ECBB0}"/>
                </a:ext>
              </a:extLst>
            </p:cNvPr>
            <p:cNvSpPr/>
            <p:nvPr/>
          </p:nvSpPr>
          <p:spPr>
            <a:xfrm>
              <a:off x="9527694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7" name="Oval 876">
              <a:extLst>
                <a:ext uri="{FF2B5EF4-FFF2-40B4-BE49-F238E27FC236}">
                  <a16:creationId xmlns:a16="http://schemas.microsoft.com/office/drawing/2014/main" id="{FCD8F1D7-3807-10ED-6869-3E8A53B50435}"/>
                </a:ext>
              </a:extLst>
            </p:cNvPr>
            <p:cNvSpPr/>
            <p:nvPr/>
          </p:nvSpPr>
          <p:spPr>
            <a:xfrm>
              <a:off x="9685367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4AA7CDBF-9C64-5A63-4F3C-F01D71503D2B}"/>
                </a:ext>
              </a:extLst>
            </p:cNvPr>
            <p:cNvSpPr/>
            <p:nvPr/>
          </p:nvSpPr>
          <p:spPr>
            <a:xfrm>
              <a:off x="98430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9" name="Oval 878">
              <a:extLst>
                <a:ext uri="{FF2B5EF4-FFF2-40B4-BE49-F238E27FC236}">
                  <a16:creationId xmlns:a16="http://schemas.microsoft.com/office/drawing/2014/main" id="{E6C17848-799D-9F92-DE57-9F99869059C0}"/>
                </a:ext>
              </a:extLst>
            </p:cNvPr>
            <p:cNvSpPr/>
            <p:nvPr/>
          </p:nvSpPr>
          <p:spPr>
            <a:xfrm>
              <a:off x="10000713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0" name="Oval 879">
              <a:extLst>
                <a:ext uri="{FF2B5EF4-FFF2-40B4-BE49-F238E27FC236}">
                  <a16:creationId xmlns:a16="http://schemas.microsoft.com/office/drawing/2014/main" id="{F2D90CF8-9CF0-B8DD-30EE-4AA574B14CC7}"/>
                </a:ext>
              </a:extLst>
            </p:cNvPr>
            <p:cNvSpPr/>
            <p:nvPr/>
          </p:nvSpPr>
          <p:spPr>
            <a:xfrm>
              <a:off x="10158386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1" name="Oval 880">
              <a:extLst>
                <a:ext uri="{FF2B5EF4-FFF2-40B4-BE49-F238E27FC236}">
                  <a16:creationId xmlns:a16="http://schemas.microsoft.com/office/drawing/2014/main" id="{A431C371-B770-454D-C367-7ADCBB4D009C}"/>
                </a:ext>
              </a:extLst>
            </p:cNvPr>
            <p:cNvSpPr/>
            <p:nvPr/>
          </p:nvSpPr>
          <p:spPr>
            <a:xfrm>
              <a:off x="10316059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2" name="Oval 881">
              <a:extLst>
                <a:ext uri="{FF2B5EF4-FFF2-40B4-BE49-F238E27FC236}">
                  <a16:creationId xmlns:a16="http://schemas.microsoft.com/office/drawing/2014/main" id="{09263969-0316-DE65-AFAA-110DBFEF6E4C}"/>
                </a:ext>
              </a:extLst>
            </p:cNvPr>
            <p:cNvSpPr/>
            <p:nvPr/>
          </p:nvSpPr>
          <p:spPr>
            <a:xfrm>
              <a:off x="10473732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83" name="Oval 882">
              <a:extLst>
                <a:ext uri="{FF2B5EF4-FFF2-40B4-BE49-F238E27FC236}">
                  <a16:creationId xmlns:a16="http://schemas.microsoft.com/office/drawing/2014/main" id="{E30F1A88-A0EB-0FF2-41EF-3DEE6ABD3173}"/>
                </a:ext>
              </a:extLst>
            </p:cNvPr>
            <p:cNvSpPr/>
            <p:nvPr/>
          </p:nvSpPr>
          <p:spPr>
            <a:xfrm>
              <a:off x="10631405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4" name="Oval 883">
              <a:extLst>
                <a:ext uri="{FF2B5EF4-FFF2-40B4-BE49-F238E27FC236}">
                  <a16:creationId xmlns:a16="http://schemas.microsoft.com/office/drawing/2014/main" id="{3C677281-8551-1EB7-E59E-C916E80B40A3}"/>
                </a:ext>
              </a:extLst>
            </p:cNvPr>
            <p:cNvSpPr/>
            <p:nvPr/>
          </p:nvSpPr>
          <p:spPr>
            <a:xfrm>
              <a:off x="10789078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5" name="Oval 884">
              <a:extLst>
                <a:ext uri="{FF2B5EF4-FFF2-40B4-BE49-F238E27FC236}">
                  <a16:creationId xmlns:a16="http://schemas.microsoft.com/office/drawing/2014/main" id="{D89A4CEE-A98D-7FA6-1D86-DE5992A00672}"/>
                </a:ext>
              </a:extLst>
            </p:cNvPr>
            <p:cNvSpPr/>
            <p:nvPr/>
          </p:nvSpPr>
          <p:spPr>
            <a:xfrm>
              <a:off x="10946751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6" name="Oval 885">
              <a:extLst>
                <a:ext uri="{FF2B5EF4-FFF2-40B4-BE49-F238E27FC236}">
                  <a16:creationId xmlns:a16="http://schemas.microsoft.com/office/drawing/2014/main" id="{E5AAB9FB-8033-C13E-2173-1592401E19C0}"/>
                </a:ext>
              </a:extLst>
            </p:cNvPr>
            <p:cNvSpPr/>
            <p:nvPr/>
          </p:nvSpPr>
          <p:spPr>
            <a:xfrm>
              <a:off x="11104440" y="5124691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glow rad="381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93" name="Group 992">
            <a:extLst>
              <a:ext uri="{FF2B5EF4-FFF2-40B4-BE49-F238E27FC236}">
                <a16:creationId xmlns:a16="http://schemas.microsoft.com/office/drawing/2014/main" id="{5D121618-63B6-9386-9A83-FF770B639F0F}"/>
              </a:ext>
            </a:extLst>
          </p:cNvPr>
          <p:cNvGrpSpPr/>
          <p:nvPr/>
        </p:nvGrpSpPr>
        <p:grpSpPr>
          <a:xfrm>
            <a:off x="7687844" y="1327638"/>
            <a:ext cx="3279808" cy="1999860"/>
            <a:chOff x="7687844" y="1327638"/>
            <a:chExt cx="3279808" cy="1999860"/>
          </a:xfrm>
        </p:grpSpPr>
        <p:cxnSp>
          <p:nvCxnSpPr>
            <p:cNvPr id="992" name="Straight Connector 991">
              <a:extLst>
                <a:ext uri="{FF2B5EF4-FFF2-40B4-BE49-F238E27FC236}">
                  <a16:creationId xmlns:a16="http://schemas.microsoft.com/office/drawing/2014/main" id="{08DA0B72-BE89-410D-D182-F033BBCC6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9844" y="2648878"/>
              <a:ext cx="3207808" cy="64262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7DD11819-BF76-976F-93F1-C028616AE119}"/>
                </a:ext>
              </a:extLst>
            </p:cNvPr>
            <p:cNvCxnSpPr>
              <a:cxnSpLocks/>
              <a:stCxn id="969" idx="6"/>
              <a:endCxn id="953" idx="6"/>
            </p:cNvCxnSpPr>
            <p:nvPr/>
          </p:nvCxnSpPr>
          <p:spPr>
            <a:xfrm flipV="1">
              <a:off x="7759844" y="1363638"/>
              <a:ext cx="3207808" cy="64262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29F39964-027C-8B96-F8B3-C7FB0C94C3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9844" y="2006258"/>
              <a:ext cx="3207808" cy="64262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glow rad="25400">
                <a:schemeClr val="accent3">
                  <a:satMod val="175000"/>
                  <a:alpha val="7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6" name="Group 985">
              <a:extLst>
                <a:ext uri="{FF2B5EF4-FFF2-40B4-BE49-F238E27FC236}">
                  <a16:creationId xmlns:a16="http://schemas.microsoft.com/office/drawing/2014/main" id="{8F3A5966-70D4-D880-C6C6-8E7F409299E1}"/>
                </a:ext>
              </a:extLst>
            </p:cNvPr>
            <p:cNvGrpSpPr/>
            <p:nvPr/>
          </p:nvGrpSpPr>
          <p:grpSpPr>
            <a:xfrm>
              <a:off x="7687844" y="1327638"/>
              <a:ext cx="3279808" cy="1999860"/>
              <a:chOff x="7687844" y="1327638"/>
              <a:chExt cx="3279808" cy="1999860"/>
            </a:xfrm>
          </p:grpSpPr>
          <p:grpSp>
            <p:nvGrpSpPr>
              <p:cNvPr id="961" name="Group 960">
                <a:extLst>
                  <a:ext uri="{FF2B5EF4-FFF2-40B4-BE49-F238E27FC236}">
                    <a16:creationId xmlns:a16="http://schemas.microsoft.com/office/drawing/2014/main" id="{59F076F3-85BE-B879-132F-D61774E53DE3}"/>
                  </a:ext>
                </a:extLst>
              </p:cNvPr>
              <p:cNvGrpSpPr/>
              <p:nvPr/>
            </p:nvGrpSpPr>
            <p:grpSpPr>
              <a:xfrm>
                <a:off x="7687844" y="1327638"/>
                <a:ext cx="3279808" cy="72000"/>
                <a:chOff x="7687844" y="1327638"/>
                <a:chExt cx="3279808" cy="72000"/>
              </a:xfrm>
            </p:grpSpPr>
            <p:cxnSp>
              <p:nvCxnSpPr>
                <p:cNvPr id="888" name="Straight Connector 887">
                  <a:extLst>
                    <a:ext uri="{FF2B5EF4-FFF2-40B4-BE49-F238E27FC236}">
                      <a16:creationId xmlns:a16="http://schemas.microsoft.com/office/drawing/2014/main" id="{A0EE3C2F-8FD6-7ACC-48F3-5CA3545706D8}"/>
                    </a:ext>
                  </a:extLst>
                </p:cNvPr>
                <p:cNvCxnSpPr>
                  <a:cxnSpLocks/>
                  <a:endCxn id="953" idx="6"/>
                </p:cNvCxnSpPr>
                <p:nvPr/>
              </p:nvCxnSpPr>
              <p:spPr>
                <a:xfrm>
                  <a:off x="7687844" y="1363638"/>
                  <a:ext cx="3279808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  <a:effectLst>
                  <a:glow rad="254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3" name="Oval 952">
                  <a:extLst>
                    <a:ext uri="{FF2B5EF4-FFF2-40B4-BE49-F238E27FC236}">
                      <a16:creationId xmlns:a16="http://schemas.microsoft.com/office/drawing/2014/main" id="{A4E865D5-C784-9FCC-C65F-65E5C292FB28}"/>
                    </a:ext>
                  </a:extLst>
                </p:cNvPr>
                <p:cNvSpPr/>
                <p:nvPr/>
              </p:nvSpPr>
              <p:spPr>
                <a:xfrm>
                  <a:off x="10895652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54" name="Oval 953">
                  <a:extLst>
                    <a:ext uri="{FF2B5EF4-FFF2-40B4-BE49-F238E27FC236}">
                      <a16:creationId xmlns:a16="http://schemas.microsoft.com/office/drawing/2014/main" id="{DFF0646A-248C-1A1B-B37C-2A126F2FC446}"/>
                    </a:ext>
                  </a:extLst>
                </p:cNvPr>
                <p:cNvSpPr/>
                <p:nvPr/>
              </p:nvSpPr>
              <p:spPr>
                <a:xfrm>
                  <a:off x="10254092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55" name="Oval 954">
                  <a:extLst>
                    <a:ext uri="{FF2B5EF4-FFF2-40B4-BE49-F238E27FC236}">
                      <a16:creationId xmlns:a16="http://schemas.microsoft.com/office/drawing/2014/main" id="{E9E7BE24-13C2-87EA-0FF3-F5F428300F59}"/>
                    </a:ext>
                  </a:extLst>
                </p:cNvPr>
                <p:cNvSpPr/>
                <p:nvPr/>
              </p:nvSpPr>
              <p:spPr>
                <a:xfrm>
                  <a:off x="9612530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56" name="Oval 955">
                  <a:extLst>
                    <a:ext uri="{FF2B5EF4-FFF2-40B4-BE49-F238E27FC236}">
                      <a16:creationId xmlns:a16="http://schemas.microsoft.com/office/drawing/2014/main" id="{216BCC1A-123D-AA35-BB25-FBC7165E83E7}"/>
                    </a:ext>
                  </a:extLst>
                </p:cNvPr>
                <p:cNvSpPr/>
                <p:nvPr/>
              </p:nvSpPr>
              <p:spPr>
                <a:xfrm>
                  <a:off x="8970968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57" name="Oval 956">
                  <a:extLst>
                    <a:ext uri="{FF2B5EF4-FFF2-40B4-BE49-F238E27FC236}">
                      <a16:creationId xmlns:a16="http://schemas.microsoft.com/office/drawing/2014/main" id="{20C506C4-1202-33BF-9309-D4D041326359}"/>
                    </a:ext>
                  </a:extLst>
                </p:cNvPr>
                <p:cNvSpPr/>
                <p:nvPr/>
              </p:nvSpPr>
              <p:spPr>
                <a:xfrm>
                  <a:off x="8329406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58" name="Oval 957">
                  <a:extLst>
                    <a:ext uri="{FF2B5EF4-FFF2-40B4-BE49-F238E27FC236}">
                      <a16:creationId xmlns:a16="http://schemas.microsoft.com/office/drawing/2014/main" id="{8A72F33F-EAFF-28C3-153B-FC21933F3BCE}"/>
                    </a:ext>
                  </a:extLst>
                </p:cNvPr>
                <p:cNvSpPr/>
                <p:nvPr/>
              </p:nvSpPr>
              <p:spPr>
                <a:xfrm>
                  <a:off x="7687844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962" name="Group 961">
                <a:extLst>
                  <a:ext uri="{FF2B5EF4-FFF2-40B4-BE49-F238E27FC236}">
                    <a16:creationId xmlns:a16="http://schemas.microsoft.com/office/drawing/2014/main" id="{1E054E2B-584E-4582-62E3-4BAF75A2B9DF}"/>
                  </a:ext>
                </a:extLst>
              </p:cNvPr>
              <p:cNvGrpSpPr/>
              <p:nvPr/>
            </p:nvGrpSpPr>
            <p:grpSpPr>
              <a:xfrm>
                <a:off x="7687844" y="1970258"/>
                <a:ext cx="3279808" cy="72000"/>
                <a:chOff x="7687844" y="1327638"/>
                <a:chExt cx="3279808" cy="72000"/>
              </a:xfrm>
            </p:grpSpPr>
            <p:cxnSp>
              <p:nvCxnSpPr>
                <p:cNvPr id="963" name="Straight Connector 962">
                  <a:extLst>
                    <a:ext uri="{FF2B5EF4-FFF2-40B4-BE49-F238E27FC236}">
                      <a16:creationId xmlns:a16="http://schemas.microsoft.com/office/drawing/2014/main" id="{C50DEB78-4246-BA07-8A77-56A01E7051DA}"/>
                    </a:ext>
                  </a:extLst>
                </p:cNvPr>
                <p:cNvCxnSpPr>
                  <a:cxnSpLocks/>
                  <a:endCxn id="964" idx="6"/>
                </p:cNvCxnSpPr>
                <p:nvPr/>
              </p:nvCxnSpPr>
              <p:spPr>
                <a:xfrm>
                  <a:off x="7687844" y="1363638"/>
                  <a:ext cx="3279808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  <a:effectLst>
                  <a:glow rad="254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4" name="Oval 963">
                  <a:extLst>
                    <a:ext uri="{FF2B5EF4-FFF2-40B4-BE49-F238E27FC236}">
                      <a16:creationId xmlns:a16="http://schemas.microsoft.com/office/drawing/2014/main" id="{6C731992-2A0D-2186-F3D3-1A733581A10B}"/>
                    </a:ext>
                  </a:extLst>
                </p:cNvPr>
                <p:cNvSpPr/>
                <p:nvPr/>
              </p:nvSpPr>
              <p:spPr>
                <a:xfrm>
                  <a:off x="10895652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65" name="Oval 964">
                  <a:extLst>
                    <a:ext uri="{FF2B5EF4-FFF2-40B4-BE49-F238E27FC236}">
                      <a16:creationId xmlns:a16="http://schemas.microsoft.com/office/drawing/2014/main" id="{D4D04532-CE49-CB9A-589F-00EA44A1D6FB}"/>
                    </a:ext>
                  </a:extLst>
                </p:cNvPr>
                <p:cNvSpPr/>
                <p:nvPr/>
              </p:nvSpPr>
              <p:spPr>
                <a:xfrm>
                  <a:off x="10254092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66" name="Oval 965">
                  <a:extLst>
                    <a:ext uri="{FF2B5EF4-FFF2-40B4-BE49-F238E27FC236}">
                      <a16:creationId xmlns:a16="http://schemas.microsoft.com/office/drawing/2014/main" id="{E8B0ABEE-515A-A9AD-4C8E-65AE9C222EF4}"/>
                    </a:ext>
                  </a:extLst>
                </p:cNvPr>
                <p:cNvSpPr/>
                <p:nvPr/>
              </p:nvSpPr>
              <p:spPr>
                <a:xfrm>
                  <a:off x="9612530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67" name="Oval 966">
                  <a:extLst>
                    <a:ext uri="{FF2B5EF4-FFF2-40B4-BE49-F238E27FC236}">
                      <a16:creationId xmlns:a16="http://schemas.microsoft.com/office/drawing/2014/main" id="{D19CED69-9A03-0AFC-11ED-5874B00E0217}"/>
                    </a:ext>
                  </a:extLst>
                </p:cNvPr>
                <p:cNvSpPr/>
                <p:nvPr/>
              </p:nvSpPr>
              <p:spPr>
                <a:xfrm>
                  <a:off x="8970968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68" name="Oval 967">
                  <a:extLst>
                    <a:ext uri="{FF2B5EF4-FFF2-40B4-BE49-F238E27FC236}">
                      <a16:creationId xmlns:a16="http://schemas.microsoft.com/office/drawing/2014/main" id="{6B9F7A7C-3A5C-DC55-73A7-EE18404484B5}"/>
                    </a:ext>
                  </a:extLst>
                </p:cNvPr>
                <p:cNvSpPr/>
                <p:nvPr/>
              </p:nvSpPr>
              <p:spPr>
                <a:xfrm>
                  <a:off x="8329406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69" name="Oval 968">
                  <a:extLst>
                    <a:ext uri="{FF2B5EF4-FFF2-40B4-BE49-F238E27FC236}">
                      <a16:creationId xmlns:a16="http://schemas.microsoft.com/office/drawing/2014/main" id="{ECC28EE5-18C1-F99F-BD11-61CAF7649B84}"/>
                    </a:ext>
                  </a:extLst>
                </p:cNvPr>
                <p:cNvSpPr/>
                <p:nvPr/>
              </p:nvSpPr>
              <p:spPr>
                <a:xfrm>
                  <a:off x="7687844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970" name="Group 969">
                <a:extLst>
                  <a:ext uri="{FF2B5EF4-FFF2-40B4-BE49-F238E27FC236}">
                    <a16:creationId xmlns:a16="http://schemas.microsoft.com/office/drawing/2014/main" id="{29D5B554-65C6-E4A1-6BF4-59C7A8C27BC8}"/>
                  </a:ext>
                </a:extLst>
              </p:cNvPr>
              <p:cNvGrpSpPr/>
              <p:nvPr/>
            </p:nvGrpSpPr>
            <p:grpSpPr>
              <a:xfrm>
                <a:off x="7687844" y="2612878"/>
                <a:ext cx="3279808" cy="72000"/>
                <a:chOff x="7687844" y="1327638"/>
                <a:chExt cx="3279808" cy="72000"/>
              </a:xfrm>
            </p:grpSpPr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C7C37125-5AE4-1B96-D256-72A08F157842}"/>
                    </a:ext>
                  </a:extLst>
                </p:cNvPr>
                <p:cNvCxnSpPr>
                  <a:cxnSpLocks/>
                  <a:endCxn id="972" idx="6"/>
                </p:cNvCxnSpPr>
                <p:nvPr/>
              </p:nvCxnSpPr>
              <p:spPr>
                <a:xfrm>
                  <a:off x="7687844" y="1363638"/>
                  <a:ext cx="3279808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  <a:effectLst>
                  <a:glow rad="254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2" name="Oval 971">
                  <a:extLst>
                    <a:ext uri="{FF2B5EF4-FFF2-40B4-BE49-F238E27FC236}">
                      <a16:creationId xmlns:a16="http://schemas.microsoft.com/office/drawing/2014/main" id="{D8F22B26-7878-A68C-FBC0-4B92AFC9D10E}"/>
                    </a:ext>
                  </a:extLst>
                </p:cNvPr>
                <p:cNvSpPr/>
                <p:nvPr/>
              </p:nvSpPr>
              <p:spPr>
                <a:xfrm>
                  <a:off x="10895652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73" name="Oval 972">
                  <a:extLst>
                    <a:ext uri="{FF2B5EF4-FFF2-40B4-BE49-F238E27FC236}">
                      <a16:creationId xmlns:a16="http://schemas.microsoft.com/office/drawing/2014/main" id="{599B0C63-5AEE-9DB3-55E1-EBD2D82983DD}"/>
                    </a:ext>
                  </a:extLst>
                </p:cNvPr>
                <p:cNvSpPr/>
                <p:nvPr/>
              </p:nvSpPr>
              <p:spPr>
                <a:xfrm>
                  <a:off x="10254092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74" name="Oval 973">
                  <a:extLst>
                    <a:ext uri="{FF2B5EF4-FFF2-40B4-BE49-F238E27FC236}">
                      <a16:creationId xmlns:a16="http://schemas.microsoft.com/office/drawing/2014/main" id="{D14C8538-7B6B-B365-2796-5C0CC3396E9F}"/>
                    </a:ext>
                  </a:extLst>
                </p:cNvPr>
                <p:cNvSpPr/>
                <p:nvPr/>
              </p:nvSpPr>
              <p:spPr>
                <a:xfrm>
                  <a:off x="9612530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75" name="Oval 974">
                  <a:extLst>
                    <a:ext uri="{FF2B5EF4-FFF2-40B4-BE49-F238E27FC236}">
                      <a16:creationId xmlns:a16="http://schemas.microsoft.com/office/drawing/2014/main" id="{D84700F3-CF7F-E9B3-A603-8536A7513FE8}"/>
                    </a:ext>
                  </a:extLst>
                </p:cNvPr>
                <p:cNvSpPr/>
                <p:nvPr/>
              </p:nvSpPr>
              <p:spPr>
                <a:xfrm>
                  <a:off x="8970968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76" name="Oval 975">
                  <a:extLst>
                    <a:ext uri="{FF2B5EF4-FFF2-40B4-BE49-F238E27FC236}">
                      <a16:creationId xmlns:a16="http://schemas.microsoft.com/office/drawing/2014/main" id="{C9D401B4-ED2F-7DD3-CEDB-AFDF36DC059D}"/>
                    </a:ext>
                  </a:extLst>
                </p:cNvPr>
                <p:cNvSpPr/>
                <p:nvPr/>
              </p:nvSpPr>
              <p:spPr>
                <a:xfrm>
                  <a:off x="8329406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77" name="Oval 976">
                  <a:extLst>
                    <a:ext uri="{FF2B5EF4-FFF2-40B4-BE49-F238E27FC236}">
                      <a16:creationId xmlns:a16="http://schemas.microsoft.com/office/drawing/2014/main" id="{DC79F3D2-F051-6429-927E-5636C71DE8E4}"/>
                    </a:ext>
                  </a:extLst>
                </p:cNvPr>
                <p:cNvSpPr/>
                <p:nvPr/>
              </p:nvSpPr>
              <p:spPr>
                <a:xfrm>
                  <a:off x="7687844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978" name="Group 977">
                <a:extLst>
                  <a:ext uri="{FF2B5EF4-FFF2-40B4-BE49-F238E27FC236}">
                    <a16:creationId xmlns:a16="http://schemas.microsoft.com/office/drawing/2014/main" id="{DBFFEB79-2EFB-9946-9066-B0A3C3503BBF}"/>
                  </a:ext>
                </a:extLst>
              </p:cNvPr>
              <p:cNvGrpSpPr/>
              <p:nvPr/>
            </p:nvGrpSpPr>
            <p:grpSpPr>
              <a:xfrm>
                <a:off x="7687844" y="3255498"/>
                <a:ext cx="3279808" cy="72000"/>
                <a:chOff x="7687844" y="1327638"/>
                <a:chExt cx="3279808" cy="72000"/>
              </a:xfrm>
            </p:grpSpPr>
            <p:cxnSp>
              <p:nvCxnSpPr>
                <p:cNvPr id="979" name="Straight Connector 978">
                  <a:extLst>
                    <a:ext uri="{FF2B5EF4-FFF2-40B4-BE49-F238E27FC236}">
                      <a16:creationId xmlns:a16="http://schemas.microsoft.com/office/drawing/2014/main" id="{4ABB0B84-2446-96DB-C641-47DB6E75A51D}"/>
                    </a:ext>
                  </a:extLst>
                </p:cNvPr>
                <p:cNvCxnSpPr>
                  <a:cxnSpLocks/>
                  <a:endCxn id="980" idx="6"/>
                </p:cNvCxnSpPr>
                <p:nvPr/>
              </p:nvCxnSpPr>
              <p:spPr>
                <a:xfrm>
                  <a:off x="7687844" y="1363638"/>
                  <a:ext cx="3279808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  <a:effectLst>
                  <a:glow rad="254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0" name="Oval 979">
                  <a:extLst>
                    <a:ext uri="{FF2B5EF4-FFF2-40B4-BE49-F238E27FC236}">
                      <a16:creationId xmlns:a16="http://schemas.microsoft.com/office/drawing/2014/main" id="{1C74471B-49EC-07E6-97E0-560DC13AEAF6}"/>
                    </a:ext>
                  </a:extLst>
                </p:cNvPr>
                <p:cNvSpPr/>
                <p:nvPr/>
              </p:nvSpPr>
              <p:spPr>
                <a:xfrm>
                  <a:off x="10895652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81" name="Oval 980">
                  <a:extLst>
                    <a:ext uri="{FF2B5EF4-FFF2-40B4-BE49-F238E27FC236}">
                      <a16:creationId xmlns:a16="http://schemas.microsoft.com/office/drawing/2014/main" id="{9A2F297C-5663-4EA6-32A4-030807C08A15}"/>
                    </a:ext>
                  </a:extLst>
                </p:cNvPr>
                <p:cNvSpPr/>
                <p:nvPr/>
              </p:nvSpPr>
              <p:spPr>
                <a:xfrm>
                  <a:off x="10254092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82" name="Oval 981">
                  <a:extLst>
                    <a:ext uri="{FF2B5EF4-FFF2-40B4-BE49-F238E27FC236}">
                      <a16:creationId xmlns:a16="http://schemas.microsoft.com/office/drawing/2014/main" id="{3AC771E5-9E86-2457-B851-F8CEA8E98F90}"/>
                    </a:ext>
                  </a:extLst>
                </p:cNvPr>
                <p:cNvSpPr/>
                <p:nvPr/>
              </p:nvSpPr>
              <p:spPr>
                <a:xfrm>
                  <a:off x="9612530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83" name="Oval 982">
                  <a:extLst>
                    <a:ext uri="{FF2B5EF4-FFF2-40B4-BE49-F238E27FC236}">
                      <a16:creationId xmlns:a16="http://schemas.microsoft.com/office/drawing/2014/main" id="{82F44ECC-54F1-F495-0BD1-F33604AEE062}"/>
                    </a:ext>
                  </a:extLst>
                </p:cNvPr>
                <p:cNvSpPr/>
                <p:nvPr/>
              </p:nvSpPr>
              <p:spPr>
                <a:xfrm>
                  <a:off x="8970968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84" name="Oval 983">
                  <a:extLst>
                    <a:ext uri="{FF2B5EF4-FFF2-40B4-BE49-F238E27FC236}">
                      <a16:creationId xmlns:a16="http://schemas.microsoft.com/office/drawing/2014/main" id="{87DF9C19-2B06-096B-87B3-0151351C9AB6}"/>
                    </a:ext>
                  </a:extLst>
                </p:cNvPr>
                <p:cNvSpPr/>
                <p:nvPr/>
              </p:nvSpPr>
              <p:spPr>
                <a:xfrm>
                  <a:off x="8329406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85" name="Oval 984">
                  <a:extLst>
                    <a:ext uri="{FF2B5EF4-FFF2-40B4-BE49-F238E27FC236}">
                      <a16:creationId xmlns:a16="http://schemas.microsoft.com/office/drawing/2014/main" id="{BC6E8BE1-8B45-F18A-D6F6-E47D19ED6298}"/>
                    </a:ext>
                  </a:extLst>
                </p:cNvPr>
                <p:cNvSpPr/>
                <p:nvPr/>
              </p:nvSpPr>
              <p:spPr>
                <a:xfrm>
                  <a:off x="7687844" y="1327638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glow rad="38100">
                    <a:schemeClr val="accent3">
                      <a:satMod val="175000"/>
                      <a:alpha val="7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  <p:sp>
        <p:nvSpPr>
          <p:cNvPr id="994" name="Oval 993">
            <a:extLst>
              <a:ext uri="{FF2B5EF4-FFF2-40B4-BE49-F238E27FC236}">
                <a16:creationId xmlns:a16="http://schemas.microsoft.com/office/drawing/2014/main" id="{F792C40A-E7D1-FD3C-A188-87C362FC54E4}"/>
              </a:ext>
            </a:extLst>
          </p:cNvPr>
          <p:cNvSpPr/>
          <p:nvPr/>
        </p:nvSpPr>
        <p:spPr>
          <a:xfrm>
            <a:off x="738730" y="5033474"/>
            <a:ext cx="201308" cy="20130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/>
              <a:t>2</a:t>
            </a:r>
            <a:endParaRPr kumimoji="1" lang="ja-JP" altLang="en-US" sz="1200" b="1" dirty="0"/>
          </a:p>
        </p:txBody>
      </p:sp>
      <p:sp>
        <p:nvSpPr>
          <p:cNvPr id="995" name="Oval 994">
            <a:extLst>
              <a:ext uri="{FF2B5EF4-FFF2-40B4-BE49-F238E27FC236}">
                <a16:creationId xmlns:a16="http://schemas.microsoft.com/office/drawing/2014/main" id="{3F150C3E-73ED-5F1D-1215-95608C8F1FDA}"/>
              </a:ext>
            </a:extLst>
          </p:cNvPr>
          <p:cNvSpPr/>
          <p:nvPr/>
        </p:nvSpPr>
        <p:spPr>
          <a:xfrm>
            <a:off x="738730" y="5256468"/>
            <a:ext cx="201308" cy="20130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/>
              <a:t>3</a:t>
            </a:r>
            <a:endParaRPr kumimoji="1" lang="ja-JP" altLang="en-US" sz="1200" b="1" dirty="0"/>
          </a:p>
        </p:txBody>
      </p:sp>
      <p:sp>
        <p:nvSpPr>
          <p:cNvPr id="996" name="Oval 995">
            <a:extLst>
              <a:ext uri="{FF2B5EF4-FFF2-40B4-BE49-F238E27FC236}">
                <a16:creationId xmlns:a16="http://schemas.microsoft.com/office/drawing/2014/main" id="{9ABAAF22-EE81-0F88-C1EA-E3D8997A1A5D}"/>
              </a:ext>
            </a:extLst>
          </p:cNvPr>
          <p:cNvSpPr/>
          <p:nvPr/>
        </p:nvSpPr>
        <p:spPr>
          <a:xfrm>
            <a:off x="738730" y="5381140"/>
            <a:ext cx="201308" cy="20130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/>
              <a:t>4</a:t>
            </a:r>
            <a:endParaRPr kumimoji="1" lang="ja-JP" altLang="en-US" sz="1200" b="1" dirty="0"/>
          </a:p>
        </p:txBody>
      </p:sp>
      <p:sp>
        <p:nvSpPr>
          <p:cNvPr id="997" name="Oval 996">
            <a:extLst>
              <a:ext uri="{FF2B5EF4-FFF2-40B4-BE49-F238E27FC236}">
                <a16:creationId xmlns:a16="http://schemas.microsoft.com/office/drawing/2014/main" id="{63CB0B65-FC0C-34E0-852D-91EBEFF7DACC}"/>
              </a:ext>
            </a:extLst>
          </p:cNvPr>
          <p:cNvSpPr/>
          <p:nvPr/>
        </p:nvSpPr>
        <p:spPr>
          <a:xfrm>
            <a:off x="738730" y="5505812"/>
            <a:ext cx="201308" cy="20130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5</a:t>
            </a:r>
            <a:endParaRPr kumimoji="1" lang="ja-JP" altLang="en-US" sz="1200" b="1" dirty="0"/>
          </a:p>
        </p:txBody>
      </p:sp>
      <p:sp>
        <p:nvSpPr>
          <p:cNvPr id="998" name="Oval 997">
            <a:extLst>
              <a:ext uri="{FF2B5EF4-FFF2-40B4-BE49-F238E27FC236}">
                <a16:creationId xmlns:a16="http://schemas.microsoft.com/office/drawing/2014/main" id="{822AB65D-4253-23C5-643F-F0AFAC4D06EE}"/>
              </a:ext>
            </a:extLst>
          </p:cNvPr>
          <p:cNvSpPr/>
          <p:nvPr/>
        </p:nvSpPr>
        <p:spPr>
          <a:xfrm>
            <a:off x="738730" y="5630484"/>
            <a:ext cx="201308" cy="20130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/>
              <a:t>6</a:t>
            </a:r>
            <a:endParaRPr kumimoji="1" lang="ja-JP" altLang="en-US" sz="1200" b="1" dirty="0"/>
          </a:p>
        </p:txBody>
      </p:sp>
      <p:sp>
        <p:nvSpPr>
          <p:cNvPr id="999" name="Oval 998">
            <a:extLst>
              <a:ext uri="{FF2B5EF4-FFF2-40B4-BE49-F238E27FC236}">
                <a16:creationId xmlns:a16="http://schemas.microsoft.com/office/drawing/2014/main" id="{1129C7D2-F44C-7E41-7A9E-A41859FF7715}"/>
              </a:ext>
            </a:extLst>
          </p:cNvPr>
          <p:cNvSpPr/>
          <p:nvPr/>
        </p:nvSpPr>
        <p:spPr>
          <a:xfrm>
            <a:off x="738730" y="5755156"/>
            <a:ext cx="201308" cy="20130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/>
              <a:t>7</a:t>
            </a:r>
            <a:endParaRPr kumimoji="1" lang="ja-JP" altLang="en-US" sz="1200" b="1" dirty="0"/>
          </a:p>
        </p:txBody>
      </p:sp>
      <p:sp>
        <p:nvSpPr>
          <p:cNvPr id="1000" name="Oval 999">
            <a:extLst>
              <a:ext uri="{FF2B5EF4-FFF2-40B4-BE49-F238E27FC236}">
                <a16:creationId xmlns:a16="http://schemas.microsoft.com/office/drawing/2014/main" id="{FB45D0A3-7AE7-46FD-7016-E766F4A1308F}"/>
              </a:ext>
            </a:extLst>
          </p:cNvPr>
          <p:cNvSpPr/>
          <p:nvPr/>
        </p:nvSpPr>
        <p:spPr>
          <a:xfrm>
            <a:off x="738730" y="5879828"/>
            <a:ext cx="201308" cy="20130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/>
              <a:t>8</a:t>
            </a:r>
            <a:endParaRPr kumimoji="1" lang="ja-JP" altLang="en-US" sz="1200" b="1" dirty="0"/>
          </a:p>
        </p:txBody>
      </p:sp>
      <p:sp>
        <p:nvSpPr>
          <p:cNvPr id="1001" name="Oval 1000">
            <a:extLst>
              <a:ext uri="{FF2B5EF4-FFF2-40B4-BE49-F238E27FC236}">
                <a16:creationId xmlns:a16="http://schemas.microsoft.com/office/drawing/2014/main" id="{FCF76F86-70FA-6833-BA1D-05B44E64CA58}"/>
              </a:ext>
            </a:extLst>
          </p:cNvPr>
          <p:cNvSpPr/>
          <p:nvPr/>
        </p:nvSpPr>
        <p:spPr>
          <a:xfrm>
            <a:off x="6900730" y="1166983"/>
            <a:ext cx="380289" cy="38028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69932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Toru Yoshihara</dc:creator>
  <cp:lastModifiedBy>Toru Yoshihara</cp:lastModifiedBy>
  <cp:revision>1</cp:revision>
  <dcterms:created xsi:type="dcterms:W3CDTF">2026-03-25T11:43:25Z</dcterms:created>
  <dcterms:modified xsi:type="dcterms:W3CDTF">2026-03-25T12:14:37Z</dcterms:modified>
</cp:coreProperties>
</file>